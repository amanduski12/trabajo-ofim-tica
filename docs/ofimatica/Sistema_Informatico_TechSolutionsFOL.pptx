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1" r:id="rId2"/>
    <p:sldId id="2562" r:id="rId3"/>
    <p:sldId id="2564" r:id="rId4"/>
    <p:sldId id="2565" r:id="rId5"/>
    <p:sldId id="2566" r:id="rId6"/>
    <p:sldId id="2567" r:id="rId7"/>
    <p:sldId id="2568" r:id="rId8"/>
    <p:sldId id="2569" r:id="rId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istema Informático en TechSolutions FOL, S.L.: Estructura, Equipos y Ventajas" id="{92FC8D13-C0E4-4657-9428-8BE8FA76B9D8}">
          <p14:sldIdLst>
            <p14:sldId id="2561"/>
            <p14:sldId id="2562"/>
          </p14:sldIdLst>
        </p14:section>
        <p14:section name="Impacto de la Seguridad Informática en el Sistema de TechSolutions FOL, S.L." id="{E7878462-38D9-4329-9078-8ACD1A001F4D}">
          <p14:sldIdLst>
            <p14:sldId id="2564"/>
            <p14:sldId id="2565"/>
            <p14:sldId id="2566"/>
            <p14:sldId id="2567"/>
            <p14:sldId id="2568"/>
          </p14:sldIdLst>
        </p14:section>
        <p14:section name="Conclusión: Seguridad Integral para el Éxito de TechSolutions FOL, S.L." id="{9B629A5E-710B-44F3-9135-D11B35CCA939}">
          <p14:sldIdLst>
            <p14:sldId id="25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3" d="100"/>
          <a:sy n="63" d="100"/>
        </p:scale>
        <p:origin x="804" y="272"/>
      </p:cViewPr>
      <p:guideLst/>
    </p:cSldViewPr>
  </p:slideViewPr>
  <p:notesTextViewPr>
    <p:cViewPr>
      <p:scale>
        <a:sx n="1" d="1"/>
        <a:sy n="1" d="1"/>
      </p:scale>
      <p:origin x="0" y="0"/>
    </p:cViewPr>
  </p:notesTextViewPr>
  <p:sorterViewPr>
    <p:cViewPr>
      <p:scale>
        <a:sx n="100" d="100"/>
        <a:sy n="100" d="100"/>
      </p:scale>
      <p:origin x="0" y="-173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7B9C7D-6912-4216-8C3D-460DA20B5A65}" type="datetimeFigureOut">
              <a:rPr lang="es-ES" smtClean="0"/>
              <a:t>21/03/2026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BB330B-0931-49D1-B0C8-149AAF3CF956}" type="slidenum">
              <a:rPr lang="es-ES" smtClean="0"/>
              <a:t>‹Nº›</a:t>
            </a:fld>
            <a:endParaRPr lang="es-ES"/>
          </a:p>
        </p:txBody>
      </p:sp>
    </p:spTree>
    <p:extLst>
      <p:ext uri="{BB962C8B-B14F-4D97-AF65-F5344CB8AC3E}">
        <p14:creationId xmlns:p14="http://schemas.microsoft.com/office/powerpoint/2010/main" val="3456898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Origen de la imagen: generada por IA</a:t>
            </a:r>
          </a:p>
        </p:txBody>
      </p:sp>
      <p:sp>
        <p:nvSpPr>
          <p:cNvPr id="4" name="Marcador de número de diapositiva 3"/>
          <p:cNvSpPr>
            <a:spLocks noGrp="1"/>
          </p:cNvSpPr>
          <p:nvPr>
            <p:ph type="sldNum" sz="quarter" idx="5"/>
          </p:nvPr>
        </p:nvSpPr>
        <p:spPr/>
        <p:txBody>
          <a:bodyPr/>
          <a:lstStyle/>
          <a:p>
            <a:fld id="{AEF02442-C381-47B9-B817-B6F38EDABE75}" type="slidenum">
              <a:rPr lang="es-ES" smtClean="0"/>
              <a:t>1</a:t>
            </a:fld>
            <a:endParaRPr lang="es-ES"/>
          </a:p>
        </p:txBody>
      </p:sp>
    </p:spTree>
    <p:extLst>
      <p:ext uri="{BB962C8B-B14F-4D97-AF65-F5344CB8AC3E}">
        <p14:creationId xmlns:p14="http://schemas.microsoft.com/office/powerpoint/2010/main" val="3797456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Impacto de la Seguridad Informática en el Sistema de TechSolutions FOL, S.L. 
 Origen de la imagen: generada por IA</a:t>
            </a:r>
          </a:p>
        </p:txBody>
      </p:sp>
      <p:sp>
        <p:nvSpPr>
          <p:cNvPr id="4" name="Marcador de número de diapositiva 3"/>
          <p:cNvSpPr>
            <a:spLocks noGrp="1"/>
          </p:cNvSpPr>
          <p:nvPr>
            <p:ph type="sldNum" sz="quarter" idx="5"/>
          </p:nvPr>
        </p:nvSpPr>
        <p:spPr/>
        <p:txBody>
          <a:bodyPr/>
          <a:lstStyle/>
          <a:p>
            <a:fld id="{AEF02442-C381-47B9-B817-B6F38EDABE75}" type="slidenum">
              <a:rPr lang="es-ES" smtClean="0"/>
              <a:t>2</a:t>
            </a:fld>
            <a:endParaRPr lang="es-ES"/>
          </a:p>
        </p:txBody>
      </p:sp>
    </p:spTree>
    <p:extLst>
      <p:ext uri="{BB962C8B-B14F-4D97-AF65-F5344CB8AC3E}">
        <p14:creationId xmlns:p14="http://schemas.microsoft.com/office/powerpoint/2010/main" val="1738267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Pequeñas empresas como TechSolutions FOL, S.L. enfrentan amenazas frecuentes como ransomware, phishing, malware y ataques de ingeniería social, que constituyen el 43% de los incidentes de seguridad para este tipo de organización según estudios recientes. La falta de recursos especializados incrementa su vulnerabilidad, haciendo fundamental la identificación y monitoreo de estas amenazas para proteger la continuidad del negocio.</a:t>
            </a:r>
          </a:p>
        </p:txBody>
      </p:sp>
      <p:sp>
        <p:nvSpPr>
          <p:cNvPr id="4" name="Marcador de número de diapositiva 3"/>
          <p:cNvSpPr>
            <a:spLocks noGrp="1"/>
          </p:cNvSpPr>
          <p:nvPr>
            <p:ph type="sldNum" sz="quarter" idx="5"/>
          </p:nvPr>
        </p:nvSpPr>
        <p:spPr/>
        <p:txBody>
          <a:bodyPr/>
          <a:lstStyle/>
          <a:p>
            <a:fld id="{AEF02442-C381-47B9-B817-B6F38EDABE75}" type="slidenum">
              <a:rPr lang="es-ES" smtClean="0"/>
              <a:t>3</a:t>
            </a:fld>
            <a:endParaRPr lang="es-ES"/>
          </a:p>
        </p:txBody>
      </p:sp>
    </p:spTree>
    <p:extLst>
      <p:ext uri="{BB962C8B-B14F-4D97-AF65-F5344CB8AC3E}">
        <p14:creationId xmlns:p14="http://schemas.microsoft.com/office/powerpoint/2010/main" val="1764628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Implementar segmentación de red, uso de firewalls y controles de acceso, junto con la actualización constante de sistemas y software, son prácticas esenciales para asegurar las redes locales. Además, la adopción de protocolos WPA3 para redes inalámbricas y el uso de VPN para conexiones remotas fortalecen la infraestructura contra accesos no autorizados. 
 Origen de la imagen: generada por IA</a:t>
            </a:r>
          </a:p>
        </p:txBody>
      </p:sp>
      <p:sp>
        <p:nvSpPr>
          <p:cNvPr id="4" name="Marcador de número de diapositiva 3"/>
          <p:cNvSpPr>
            <a:spLocks noGrp="1"/>
          </p:cNvSpPr>
          <p:nvPr>
            <p:ph type="sldNum" sz="quarter" idx="5"/>
          </p:nvPr>
        </p:nvSpPr>
        <p:spPr/>
        <p:txBody>
          <a:bodyPr/>
          <a:lstStyle/>
          <a:p>
            <a:fld id="{AEF02442-C381-47B9-B817-B6F38EDABE75}" type="slidenum">
              <a:rPr lang="es-ES" smtClean="0"/>
              <a:t>4</a:t>
            </a:fld>
            <a:endParaRPr lang="es-ES"/>
          </a:p>
        </p:txBody>
      </p:sp>
    </p:spTree>
    <p:extLst>
      <p:ext uri="{BB962C8B-B14F-4D97-AF65-F5344CB8AC3E}">
        <p14:creationId xmlns:p14="http://schemas.microsoft.com/office/powerpoint/2010/main" val="18766862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Windows 11 ofrece mejoras significativas en protección de datos, incluyendo Windows Hello para autenticación biométrica, BitLocker para cifrado completo del disco y Microsoft Defender para protección en tiempo real contra amenazas. La implementación correcta de estas herramientas asegura la privacidad y cumplimiento con normativas como GDPR, fundamental para la gestión de datos sensibles en TechSolutions. 
 Origen de la imagen: generada por IA</a:t>
            </a:r>
          </a:p>
        </p:txBody>
      </p:sp>
      <p:sp>
        <p:nvSpPr>
          <p:cNvPr id="4" name="Marcador de número de diapositiva 3"/>
          <p:cNvSpPr>
            <a:spLocks noGrp="1"/>
          </p:cNvSpPr>
          <p:nvPr>
            <p:ph type="sldNum" sz="quarter" idx="5"/>
          </p:nvPr>
        </p:nvSpPr>
        <p:spPr/>
        <p:txBody>
          <a:bodyPr/>
          <a:lstStyle/>
          <a:p>
            <a:fld id="{AEF02442-C381-47B9-B817-B6F38EDABE75}" type="slidenum">
              <a:rPr lang="es-ES" smtClean="0"/>
              <a:t>5</a:t>
            </a:fld>
            <a:endParaRPr lang="es-ES"/>
          </a:p>
        </p:txBody>
      </p:sp>
    </p:spTree>
    <p:extLst>
      <p:ext uri="{BB962C8B-B14F-4D97-AF65-F5344CB8AC3E}">
        <p14:creationId xmlns:p14="http://schemas.microsoft.com/office/powerpoint/2010/main" val="33868076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La combinación de soluciones de respaldo local y en la nube como Azure Backup o soluciones híbridas permite restaurar la operatividad en tiempos mínimos tras incidentes. Estrategias de backups incrementales, copias automáticas y pruebas periódicas de recuperación aseguran la integridad y disponibilidad de datos críticos para TechSolutions, minimizando pérdidas y tiempos de inactividad.</a:t>
            </a:r>
          </a:p>
        </p:txBody>
      </p:sp>
      <p:sp>
        <p:nvSpPr>
          <p:cNvPr id="4" name="Marcador de número de diapositiva 3"/>
          <p:cNvSpPr>
            <a:spLocks noGrp="1"/>
          </p:cNvSpPr>
          <p:nvPr>
            <p:ph type="sldNum" sz="quarter" idx="5"/>
          </p:nvPr>
        </p:nvSpPr>
        <p:spPr/>
        <p:txBody>
          <a:bodyPr/>
          <a:lstStyle/>
          <a:p>
            <a:fld id="{AEF02442-C381-47B9-B817-B6F38EDABE75}" type="slidenum">
              <a:rPr lang="es-ES" smtClean="0"/>
              <a:t>6</a:t>
            </a:fld>
            <a:endParaRPr lang="es-ES"/>
          </a:p>
        </p:txBody>
      </p:sp>
    </p:spTree>
    <p:extLst>
      <p:ext uri="{BB962C8B-B14F-4D97-AF65-F5344CB8AC3E}">
        <p14:creationId xmlns:p14="http://schemas.microsoft.com/office/powerpoint/2010/main" val="5807985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La formación continua del personal en prácticas de ciberseguridad y la creación de una cultura organizacional consciente de riesgos reduce radicalmente errores humanos, responsables de al menos el 90% de las brechas de seguridad. Programas como simulaciones de phishing y talleres prácticos fomentan la responsabilidad y vigilancia activa del equipo en TechSolutions. 
 Origen de la imagen: generada por IA</a:t>
            </a:r>
          </a:p>
        </p:txBody>
      </p:sp>
      <p:sp>
        <p:nvSpPr>
          <p:cNvPr id="4" name="Marcador de número de diapositiva 3"/>
          <p:cNvSpPr>
            <a:spLocks noGrp="1"/>
          </p:cNvSpPr>
          <p:nvPr>
            <p:ph type="sldNum" sz="quarter" idx="5"/>
          </p:nvPr>
        </p:nvSpPr>
        <p:spPr/>
        <p:txBody>
          <a:bodyPr/>
          <a:lstStyle/>
          <a:p>
            <a:fld id="{AEF02442-C381-47B9-B817-B6F38EDABE75}" type="slidenum">
              <a:rPr lang="es-ES" smtClean="0"/>
              <a:t>7</a:t>
            </a:fld>
            <a:endParaRPr lang="es-ES"/>
          </a:p>
        </p:txBody>
      </p:sp>
    </p:spTree>
    <p:extLst>
      <p:ext uri="{BB962C8B-B14F-4D97-AF65-F5344CB8AC3E}">
        <p14:creationId xmlns:p14="http://schemas.microsoft.com/office/powerpoint/2010/main" val="30077516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En resumen, la protección adecuada contra amenazas informáticas, junto con buenas prácticas de seguridad y capacitación constante del personal, es fundamental para salvaguardar los datos y la continuidad operativa en TechSolutions FOL, S.L. Implementar soluciones de respaldo y fomentar una cultura de seguridad fortalecerán la confianza y eficiencia de la empresa en el entorno tecnológico actual.</a:t>
            </a:r>
          </a:p>
        </p:txBody>
      </p:sp>
      <p:sp>
        <p:nvSpPr>
          <p:cNvPr id="4" name="Marcador de número de diapositiva 3"/>
          <p:cNvSpPr>
            <a:spLocks noGrp="1"/>
          </p:cNvSpPr>
          <p:nvPr>
            <p:ph type="sldNum" sz="quarter" idx="5"/>
          </p:nvPr>
        </p:nvSpPr>
        <p:spPr/>
        <p:txBody>
          <a:bodyPr/>
          <a:lstStyle/>
          <a:p>
            <a:fld id="{AEF02442-C381-47B9-B817-B6F38EDABE75}" type="slidenum">
              <a:rPr lang="es-ES" smtClean="0"/>
              <a:t>8</a:t>
            </a:fld>
            <a:endParaRPr lang="es-ES"/>
          </a:p>
        </p:txBody>
      </p:sp>
    </p:spTree>
    <p:extLst>
      <p:ext uri="{BB962C8B-B14F-4D97-AF65-F5344CB8AC3E}">
        <p14:creationId xmlns:p14="http://schemas.microsoft.com/office/powerpoint/2010/main" val="5936044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con imag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12647" y="5201704"/>
            <a:ext cx="10969754" cy="786384"/>
          </a:xfrm>
        </p:spPr>
        <p:txBody>
          <a:bodyPr vert="horz" lIns="91440" tIns="45720" rIns="91440" bIns="45720" rtlCol="0" anchor="b">
            <a:normAutofit/>
          </a:bodyPr>
          <a:lstStyle>
            <a:lvl1pPr>
              <a:defRPr lang="en-US" sz="4000" dirty="0"/>
            </a:lvl1pPr>
          </a:lstStyle>
          <a:p>
            <a:pPr lvl="0" rtl="0"/>
            <a:r>
              <a:rPr lang="es"/>
              <a:t>Haga clic para modificar el estilo de título del patrón</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12647" y="5971760"/>
            <a:ext cx="10969754" cy="365125"/>
          </a:xfrm>
        </p:spPr>
        <p:txBody>
          <a:bodyPr vert="horz" lIns="91440" tIns="45720" rIns="91440" bIns="45720" rtlCol="0">
            <a:normAutofit/>
          </a:bodyPr>
          <a:lstStyle>
            <a:lvl1pPr marL="0" indent="0">
              <a:buNone/>
              <a:defRPr lang="en-US" sz="1800" dirty="0"/>
            </a:lvl1pPr>
          </a:lstStyle>
          <a:p>
            <a:pPr lvl="0" rtl="0"/>
            <a:r>
              <a:rPr lang="es"/>
              <a:t>Haga clic para editar el estilo de subtítulo del patrón</a:t>
            </a:r>
          </a:p>
        </p:txBody>
      </p:sp>
      <p:sp>
        <p:nvSpPr>
          <p:cNvPr id="10" name="Marcador de posición de imagen 10">
            <a:extLst>
              <a:ext uri="{FF2B5EF4-FFF2-40B4-BE49-F238E27FC236}">
                <a16:creationId xmlns:a16="http://schemas.microsoft.com/office/drawing/2014/main" id="{D9062A82-5928-BDB1-95F8-4A77137BF1DB}"/>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rcRect/>
            <a:stretch>
              <a:fillRect t="-22922" b="-40162"/>
            </a:stretch>
          </a:blipFill>
        </p:spPr>
        <p:txBody>
          <a:bodyPr rtlCol="0"/>
          <a:lstStyle>
            <a:lvl1pPr marL="0" indent="0">
              <a:buNone/>
              <a:defRPr/>
            </a:lvl1pPr>
          </a:lstStyle>
          <a:p>
            <a:pPr rtl="0"/>
            <a:r>
              <a:rPr lang="es"/>
              <a:t>   </a:t>
            </a:r>
          </a:p>
        </p:txBody>
      </p:sp>
      <p:sp>
        <p:nvSpPr>
          <p:cNvPr id="8" name="Marcador de pie de página 7">
            <a:extLst>
              <a:ext uri="{FF2B5EF4-FFF2-40B4-BE49-F238E27FC236}">
                <a16:creationId xmlns:a16="http://schemas.microsoft.com/office/drawing/2014/main" id="{1B5B8C48-05E9-5280-3F6A-22F8BCBB477E}"/>
              </a:ext>
            </a:extLst>
          </p:cNvPr>
          <p:cNvSpPr>
            <a:spLocks noGrp="1"/>
          </p:cNvSpPr>
          <p:nvPr>
            <p:ph type="ftr" sz="quarter" idx="15"/>
          </p:nvPr>
        </p:nvSpPr>
        <p:spPr/>
        <p:txBody>
          <a:bodyPr rtlCol="0"/>
          <a:lstStyle/>
          <a:p>
            <a:pPr rtl="0"/>
            <a:endParaRPr lang="en-US"/>
          </a:p>
        </p:txBody>
      </p:sp>
      <p:sp>
        <p:nvSpPr>
          <p:cNvPr id="7" name="Marcador de fecha 6">
            <a:extLst>
              <a:ext uri="{FF2B5EF4-FFF2-40B4-BE49-F238E27FC236}">
                <a16:creationId xmlns:a16="http://schemas.microsoft.com/office/drawing/2014/main" id="{1AA6C9C7-A264-237A-7F3C-46E6A7A9646D}"/>
              </a:ext>
            </a:extLst>
          </p:cNvPr>
          <p:cNvSpPr>
            <a:spLocks noGrp="1"/>
          </p:cNvSpPr>
          <p:nvPr>
            <p:ph type="dt" sz="half" idx="14"/>
          </p:nvPr>
        </p:nvSpPr>
        <p:spPr/>
        <p:txBody>
          <a:bodyPr rtlCol="0"/>
          <a:lstStyle/>
          <a:p>
            <a:pPr rtl="0"/>
            <a:r>
              <a:rPr lang="en-US"/>
              <a:t>14/11/2025</a:t>
            </a:r>
          </a:p>
        </p:txBody>
      </p:sp>
      <p:sp>
        <p:nvSpPr>
          <p:cNvPr id="9" name="Marcador de número de diapositiva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15057959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i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p:txBody>
          <a:bodyPr rtlCol="0" anchor="b"/>
          <a:lstStyle/>
          <a:p>
            <a:pPr rtl="0"/>
            <a:r>
              <a:rPr lang="es"/>
              <a:t>Haga clic para modificar el estilo de título del patrón</a:t>
            </a:r>
          </a:p>
        </p:txBody>
      </p:sp>
      <p:sp>
        <p:nvSpPr>
          <p:cNvPr id="3" name="Marcador de contenido 2">
            <a:extLst>
              <a:ext uri="{FF2B5EF4-FFF2-40B4-BE49-F238E27FC236}">
                <a16:creationId xmlns:a16="http://schemas.microsoft.com/office/drawing/2014/main" id="{6C2DD052-3E45-E789-01F8-33250024ECBD}"/>
              </a:ext>
            </a:extLst>
          </p:cNvPr>
          <p:cNvSpPr>
            <a:spLocks noGrp="1"/>
          </p:cNvSpPr>
          <p:nvPr>
            <p:ph idx="1"/>
          </p:nvPr>
        </p:nvSpPr>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endParaRPr lang="en-US"/>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14/11/2025</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1314125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con imagen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7619999" y="609599"/>
            <a:ext cx="4191001" cy="3995191"/>
          </a:xfrm>
        </p:spPr>
        <p:txBody>
          <a:bodyPr vert="horz" lIns="91440" tIns="45720" rIns="91440" bIns="45720" rtlCol="0" anchor="t">
            <a:normAutofit/>
          </a:bodyPr>
          <a:lstStyle>
            <a:lvl1pPr>
              <a:defRPr lang="en-US" sz="3600" dirty="0"/>
            </a:lvl1pPr>
          </a:lstStyle>
          <a:p>
            <a:pPr lvl="0" rtl="0"/>
            <a:r>
              <a:rPr lang="es"/>
              <a:t>Haga clic para modificar el estilo de título del patrón</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7606769" y="4909931"/>
            <a:ext cx="3755116" cy="1033669"/>
          </a:xfrm>
        </p:spPr>
        <p:txBody>
          <a:bodyPr vert="horz" lIns="91440" tIns="45720" rIns="91440" bIns="45720" rtlCol="0" anchor="b">
            <a:normAutofit/>
          </a:bodyPr>
          <a:lstStyle>
            <a:lvl1pPr marL="0" indent="0">
              <a:buNone/>
              <a:defRPr lang="en-US" sz="1800" b="0" dirty="0"/>
            </a:lvl1pPr>
          </a:lstStyle>
          <a:p>
            <a:pPr lvl="0" rtl="0"/>
            <a:r>
              <a:rPr lang="es"/>
              <a:t>Haga clic para editar el estilo de subtítulo del patrón</a:t>
            </a:r>
          </a:p>
        </p:txBody>
      </p:sp>
      <p:sp>
        <p:nvSpPr>
          <p:cNvPr id="8" name="Marcador de posición de imagen 13">
            <a:extLst>
              <a:ext uri="{FF2B5EF4-FFF2-40B4-BE49-F238E27FC236}">
                <a16:creationId xmlns:a16="http://schemas.microsoft.com/office/drawing/2014/main" id="{F23DFCBE-838A-B44C-6D44-E7C7C8D36BB0}"/>
              </a:ext>
            </a:extLst>
          </p:cNvPr>
          <p:cNvSpPr>
            <a:spLocks noGrp="1"/>
          </p:cNvSpPr>
          <p:nvPr>
            <p:ph type="pic" sz="quarter" idx="14" hasCustomPrompt="1"/>
          </p:nvPr>
        </p:nvSpPr>
        <p:spPr>
          <a:xfrm>
            <a:off x="1" y="0"/>
            <a:ext cx="7010399"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a:blip r:embed="rId2">
              <a:alphaModFix amt="70000"/>
              <a:extLst>
                <a:ext uri="{28A0092B-C50C-407E-A947-70E740481C1C}">
                  <a14:useLocalDpi xmlns:a14="http://schemas.microsoft.com/office/drawing/2010/main" val="0"/>
                </a:ext>
              </a:extLst>
            </a:blip>
            <a:srcRect/>
            <a:stretch>
              <a:fillRect t="-1111" b="-1111"/>
            </a:stretch>
          </a:blipFill>
        </p:spPr>
        <p:txBody>
          <a:bodyPr wrap="square" rtlCol="0">
            <a:noAutofit/>
          </a:bodyPr>
          <a:lstStyle>
            <a:lvl1pPr marL="0" indent="0">
              <a:buNone/>
              <a:defRPr/>
            </a:lvl1pPr>
          </a:lstStyle>
          <a:p>
            <a:pPr rtl="0"/>
            <a:r>
              <a:rPr lang="es"/>
              <a:t>   </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a:xfrm>
            <a:off x="7610856" y="6343955"/>
            <a:ext cx="2100482" cy="365125"/>
          </a:xfrm>
        </p:spPr>
        <p:txBody>
          <a:bodyPr rtlCol="0"/>
          <a:lstStyle/>
          <a:p>
            <a:pPr rtl="0"/>
            <a:endParaRPr lang="en-US" dirty="0"/>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rtlCol="0"/>
          <a:lstStyle>
            <a:lvl1pPr>
              <a:defRPr>
                <a:solidFill>
                  <a:schemeClr val="tx1"/>
                </a:solidFill>
                <a:effectLst/>
              </a:defRPr>
            </a:lvl1pPr>
          </a:lstStyle>
          <a:p>
            <a:pPr rtl="0"/>
            <a:r>
              <a:rPr lang="en-US"/>
              <a:t>14/11/2025</a:t>
            </a:r>
            <a:endParaRPr lang="en-US" dirty="0"/>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1629014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con imagen 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12648" y="609600"/>
            <a:ext cx="3892269" cy="3048000"/>
          </a:xfrm>
        </p:spPr>
        <p:txBody>
          <a:bodyPr vert="horz" lIns="91440" tIns="45720" rIns="91440" bIns="45720" rtlCol="0" anchor="t">
            <a:normAutofit/>
          </a:bodyPr>
          <a:lstStyle>
            <a:lvl1pPr>
              <a:defRPr lang="en-US" sz="3600" dirty="0"/>
            </a:lvl1pPr>
          </a:lstStyle>
          <a:p>
            <a:pPr lvl="0" rtl="0"/>
            <a:r>
              <a:rPr lang="es"/>
              <a:t>Haga clic para modificar el estilo de título del patrón</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12649" y="4492488"/>
            <a:ext cx="3174160" cy="1451112"/>
          </a:xfrm>
        </p:spPr>
        <p:txBody>
          <a:bodyPr vert="horz" lIns="91440" tIns="45720" rIns="91440" bIns="45720" rtlCol="0" anchor="b">
            <a:normAutofit/>
          </a:bodyPr>
          <a:lstStyle>
            <a:lvl1pPr marL="0" indent="0">
              <a:lnSpc>
                <a:spcPct val="100000"/>
              </a:lnSpc>
              <a:buNone/>
              <a:defRPr lang="en-US" sz="1800" dirty="0"/>
            </a:lvl1pPr>
          </a:lstStyle>
          <a:p>
            <a:pPr lvl="0" rtl="0"/>
            <a:r>
              <a:rPr lang="es"/>
              <a:t>Haga clic para editar el estilo de subtítulo del patrón</a:t>
            </a:r>
          </a:p>
        </p:txBody>
      </p:sp>
      <p:sp>
        <p:nvSpPr>
          <p:cNvPr id="8" name="Marcador de pie de página 7">
            <a:extLst>
              <a:ext uri="{FF2B5EF4-FFF2-40B4-BE49-F238E27FC236}">
                <a16:creationId xmlns:a16="http://schemas.microsoft.com/office/drawing/2014/main" id="{9A6E6A4C-6C55-068A-43AA-78DB4D1D643B}"/>
              </a:ext>
            </a:extLst>
          </p:cNvPr>
          <p:cNvSpPr>
            <a:spLocks noGrp="1"/>
          </p:cNvSpPr>
          <p:nvPr>
            <p:ph type="ftr" sz="quarter" idx="15"/>
          </p:nvPr>
        </p:nvSpPr>
        <p:spPr>
          <a:xfrm>
            <a:off x="612648" y="6338703"/>
            <a:ext cx="2070484" cy="365125"/>
          </a:xfrm>
        </p:spPr>
        <p:txBody>
          <a:bodyPr rtlCol="0"/>
          <a:lstStyle/>
          <a:p>
            <a:pPr rtl="0"/>
            <a:endParaRPr lang="en-US" dirty="0"/>
          </a:p>
        </p:txBody>
      </p:sp>
      <p:sp>
        <p:nvSpPr>
          <p:cNvPr id="7" name="Marcador de fecha 6">
            <a:extLst>
              <a:ext uri="{FF2B5EF4-FFF2-40B4-BE49-F238E27FC236}">
                <a16:creationId xmlns:a16="http://schemas.microsoft.com/office/drawing/2014/main" id="{F991F941-2D53-CC10-7947-62237A245FE0}"/>
              </a:ext>
            </a:extLst>
          </p:cNvPr>
          <p:cNvSpPr>
            <a:spLocks noGrp="1"/>
          </p:cNvSpPr>
          <p:nvPr>
            <p:ph type="dt" sz="half" idx="14"/>
          </p:nvPr>
        </p:nvSpPr>
        <p:spPr>
          <a:xfrm>
            <a:off x="2683132" y="6338703"/>
            <a:ext cx="1392578" cy="365125"/>
          </a:xfrm>
        </p:spPr>
        <p:txBody>
          <a:bodyPr rtlCol="0"/>
          <a:lstStyle/>
          <a:p>
            <a:pPr rtl="0"/>
            <a:r>
              <a:rPr lang="en-US"/>
              <a:t>14/11/2025</a:t>
            </a:r>
            <a:endParaRPr lang="en-US" dirty="0"/>
          </a:p>
        </p:txBody>
      </p:sp>
      <p:sp>
        <p:nvSpPr>
          <p:cNvPr id="9" name="Marcador de número de diapositiva 8">
            <a:extLst>
              <a:ext uri="{FF2B5EF4-FFF2-40B4-BE49-F238E27FC236}">
                <a16:creationId xmlns:a16="http://schemas.microsoft.com/office/drawing/2014/main" id="{C1A2CCFF-14A7-08A8-4465-732CD8928728}"/>
              </a:ext>
            </a:extLst>
          </p:cNvPr>
          <p:cNvSpPr>
            <a:spLocks noGrp="1"/>
          </p:cNvSpPr>
          <p:nvPr>
            <p:ph type="sldNum" sz="quarter" idx="16"/>
          </p:nvPr>
        </p:nvSpPr>
        <p:spPr>
          <a:xfrm>
            <a:off x="4075710" y="6342301"/>
            <a:ext cx="429207" cy="365125"/>
          </a:xfrm>
        </p:spPr>
        <p:txBody>
          <a:bodyPr rtlCol="0"/>
          <a:lstStyle/>
          <a:p>
            <a:pPr rtl="0"/>
            <a:fld id="{AEAA3239-9EA4-4A65-A281-97F994456D9F}" type="slidenum">
              <a:rPr lang="en-US" smtClean="0"/>
              <a:t>‹Nº›</a:t>
            </a:fld>
            <a:endParaRPr lang="en-US" dirty="0"/>
          </a:p>
        </p:txBody>
      </p:sp>
      <p:sp>
        <p:nvSpPr>
          <p:cNvPr id="5" name="Marcador de posición de imagen 10">
            <a:extLst>
              <a:ext uri="{FF2B5EF4-FFF2-40B4-BE49-F238E27FC236}">
                <a16:creationId xmlns:a16="http://schemas.microsoft.com/office/drawing/2014/main" id="{BF8B9C77-38DD-CFC3-CDCF-25E5E74E0778}"/>
              </a:ext>
            </a:extLst>
          </p:cNvPr>
          <p:cNvSpPr>
            <a:spLocks noGrp="1"/>
          </p:cNvSpPr>
          <p:nvPr>
            <p:ph type="pic" sz="quarter" idx="13" hasCustomPrompt="1"/>
          </p:nvPr>
        </p:nvSpPr>
        <p:spPr>
          <a:xfrm>
            <a:off x="5111574" y="0"/>
            <a:ext cx="7080426" cy="6858000"/>
          </a:xfrm>
          <a:blipFill>
            <a:blip r:embed="rId2">
              <a:alphaModFix amt="70000"/>
              <a:extLst>
                <a:ext uri="{28A0092B-C50C-407E-A947-70E740481C1C}">
                  <a14:useLocalDpi xmlns:a14="http://schemas.microsoft.com/office/drawing/2010/main" val="0"/>
                </a:ext>
              </a:extLst>
            </a:blip>
            <a:srcRect/>
            <a:stretch>
              <a:fillRect t="-1622" b="-1622"/>
            </a:stretch>
          </a:blipFill>
        </p:spPr>
        <p:txBody>
          <a:bodyPr vert="horz" wrap="square" lIns="91440" tIns="45720" rIns="91440" bIns="45720" rtlCol="0">
            <a:noAutofit/>
          </a:bodyPr>
          <a:lstStyle>
            <a:lvl1pPr marL="0" indent="0">
              <a:buNone/>
              <a:defRPr lang="en-US" dirty="0"/>
            </a:lvl1pPr>
          </a:lstStyle>
          <a:p>
            <a:pPr marL="0" lvl="0" indent="0" rtl="0">
              <a:buNone/>
            </a:pPr>
            <a:r>
              <a:rPr lang="es"/>
              <a:t>   </a:t>
            </a:r>
          </a:p>
        </p:txBody>
      </p:sp>
    </p:spTree>
    <p:extLst>
      <p:ext uri="{BB962C8B-B14F-4D97-AF65-F5344CB8AC3E}">
        <p14:creationId xmlns:p14="http://schemas.microsoft.com/office/powerpoint/2010/main" val="32145210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ítulo con imagen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26932" y="5410199"/>
            <a:ext cx="6612068" cy="1143001"/>
          </a:xfrm>
        </p:spPr>
        <p:txBody>
          <a:bodyPr vert="horz" lIns="91440" tIns="45720" rIns="91440" bIns="45720" rtlCol="0" anchor="t">
            <a:normAutofit/>
          </a:bodyPr>
          <a:lstStyle>
            <a:lvl1pPr>
              <a:defRPr lang="en-US" sz="3600" dirty="0"/>
            </a:lvl1pPr>
          </a:lstStyle>
          <a:p>
            <a:pPr lvl="0" rtl="0"/>
            <a:r>
              <a:rPr lang="es"/>
              <a:t>Haga clic para modificar el estilo de título del patrón</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7846388" y="5410199"/>
            <a:ext cx="3729915" cy="933755"/>
          </a:xfrm>
        </p:spPr>
        <p:txBody>
          <a:bodyPr vert="horz" lIns="91440" tIns="45720" rIns="91440" bIns="45720" rtlCol="0">
            <a:normAutofit/>
          </a:bodyPr>
          <a:lstStyle>
            <a:lvl1pPr marL="0" indent="0">
              <a:buNone/>
              <a:defRPr lang="en-US" sz="1800" dirty="0"/>
            </a:lvl1pPr>
          </a:lstStyle>
          <a:p>
            <a:pPr lvl="0" rtl="0"/>
            <a:r>
              <a:rPr lang="es"/>
              <a:t>Haga clic para editar el estilo de subtítulo del patrón</a:t>
            </a:r>
          </a:p>
        </p:txBody>
      </p:sp>
      <p:sp>
        <p:nvSpPr>
          <p:cNvPr id="7" name="Marcador de posición de imagen 13">
            <a:extLst>
              <a:ext uri="{FF2B5EF4-FFF2-40B4-BE49-F238E27FC236}">
                <a16:creationId xmlns:a16="http://schemas.microsoft.com/office/drawing/2014/main" id="{309CAE04-777F-AE24-BB0D-F40BD7E7CBEC}"/>
              </a:ext>
            </a:extLst>
          </p:cNvPr>
          <p:cNvSpPr>
            <a:spLocks noGrp="1"/>
          </p:cNvSpPr>
          <p:nvPr>
            <p:ph type="pic" sz="quarter" idx="14" hasCustomPrompt="1"/>
          </p:nvPr>
        </p:nvSpPr>
        <p:spPr>
          <a:xfrm>
            <a:off x="0" y="0"/>
            <a:ext cx="12191999" cy="4953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a:blip r:embed="rId2">
              <a:alphaModFix amt="70000"/>
              <a:extLst>
                <a:ext uri="{28A0092B-C50C-407E-A947-70E740481C1C}">
                  <a14:useLocalDpi xmlns:a14="http://schemas.microsoft.com/office/drawing/2010/main" val="0"/>
                </a:ext>
              </a:extLst>
            </a:blip>
            <a:srcRect/>
            <a:stretch>
              <a:fillRect t="-23077" b="-41107"/>
            </a:stretch>
          </a:blipFill>
        </p:spPr>
        <p:txBody>
          <a:bodyPr vert="horz" lIns="91440" tIns="45720" rIns="91440" bIns="45720" rtlCol="0">
            <a:normAutofit/>
          </a:bodyPr>
          <a:lstStyle>
            <a:lvl1pPr marL="0" indent="0">
              <a:buNone/>
              <a:defRPr lang="en-US" dirty="0"/>
            </a:lvl1pPr>
          </a:lstStyle>
          <a:p>
            <a:pPr marL="0" lvl="0" indent="0" rtl="0">
              <a:buNone/>
            </a:pPr>
            <a:r>
              <a:rPr lang="es"/>
              <a:t>   </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rtlCol="0"/>
          <a:lstStyle/>
          <a:p>
            <a:pPr rtl="0"/>
            <a:endParaRPr lang="en-US" dirty="0"/>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rtlCol="0"/>
          <a:lstStyle>
            <a:lvl1pPr>
              <a:defRPr>
                <a:solidFill>
                  <a:schemeClr val="tx1"/>
                </a:solidFill>
                <a:effectLst/>
              </a:defRPr>
            </a:lvl1pPr>
          </a:lstStyle>
          <a:p>
            <a:pPr rtl="0"/>
            <a:r>
              <a:rPr lang="en-US"/>
              <a:t>14/11/2025</a:t>
            </a:r>
            <a:endParaRPr lang="en-US" dirty="0"/>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108313220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12648" y="685800"/>
            <a:ext cx="7769352" cy="3881510"/>
          </a:xfrm>
        </p:spPr>
        <p:txBody>
          <a:bodyPr vert="horz" lIns="91440" tIns="45720" rIns="91440" bIns="45720" rtlCol="0" anchor="t">
            <a:normAutofit/>
          </a:bodyPr>
          <a:lstStyle>
            <a:lvl1pPr>
              <a:defRPr lang="en-US" sz="6800" dirty="0"/>
            </a:lvl1pPr>
          </a:lstStyle>
          <a:p>
            <a:pPr lvl="0" rtl="0"/>
            <a:r>
              <a:rPr lang="es"/>
              <a:t>Haga clic para modificar el estilo de título del patrón</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12646" y="5105400"/>
            <a:ext cx="7769354" cy="838200"/>
          </a:xfrm>
        </p:spPr>
        <p:txBody>
          <a:bodyPr vert="horz" lIns="91440" tIns="45720" rIns="91440" bIns="45720" rtlCol="0" anchor="b">
            <a:normAutofit/>
          </a:bodyPr>
          <a:lstStyle>
            <a:lvl1pPr marL="0" indent="0">
              <a:buNone/>
              <a:defRPr lang="en-US" sz="1800" dirty="0"/>
            </a:lvl1pPr>
          </a:lstStyle>
          <a:p>
            <a:pPr lvl="0" rtl="0"/>
            <a:r>
              <a:rPr lang="es"/>
              <a:t>Haga clic para editar el estilo de subtítulo del patrón</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endParaRPr lang="en-US"/>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14/11/2025</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5690162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ítul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12646" y="1401420"/>
            <a:ext cx="8302754" cy="2836729"/>
          </a:xfrm>
        </p:spPr>
        <p:txBody>
          <a:bodyPr vert="horz" lIns="91440" tIns="45720" rIns="91440" bIns="45720" rtlCol="0" anchor="b">
            <a:normAutofit/>
          </a:bodyPr>
          <a:lstStyle>
            <a:lvl1pPr>
              <a:defRPr lang="en-US" sz="6000" dirty="0"/>
            </a:lvl1pPr>
          </a:lstStyle>
          <a:p>
            <a:pPr lvl="0" rtl="0"/>
            <a:r>
              <a:rPr lang="es"/>
              <a:t>Haga clic para modificar el estilo de título del patrón</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12647" y="4318968"/>
            <a:ext cx="5483353" cy="1014984"/>
          </a:xfrm>
        </p:spPr>
        <p:txBody>
          <a:bodyPr vert="horz" lIns="91440" tIns="45720" rIns="91440" bIns="45720" rtlCol="0">
            <a:normAutofit/>
          </a:bodyPr>
          <a:lstStyle>
            <a:lvl1pPr marL="0" indent="0">
              <a:buNone/>
              <a:defRPr lang="en-US" sz="1800" dirty="0"/>
            </a:lvl1pPr>
          </a:lstStyle>
          <a:p>
            <a:pPr lvl="0" rtl="0"/>
            <a:r>
              <a:rPr lang="es"/>
              <a:t>Haga clic para editar el estilo de subtítulo del patrón</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rtlCol="0"/>
          <a:lstStyle/>
          <a:p>
            <a:pPr rtl="0"/>
            <a:endParaRPr lang="en-US" dirty="0"/>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rtlCol="0"/>
          <a:lstStyle/>
          <a:p>
            <a:pPr rtl="0"/>
            <a:r>
              <a:rPr lang="en-US"/>
              <a:t>14/11/2025</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77456909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ítulo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1981200" y="1371600"/>
            <a:ext cx="8229600" cy="2795407"/>
          </a:xfrm>
        </p:spPr>
        <p:txBody>
          <a:bodyPr rtlCol="0" anchor="b">
            <a:normAutofit/>
          </a:bodyPr>
          <a:lstStyle>
            <a:lvl1pPr algn="ctr">
              <a:defRPr sz="6000"/>
            </a:lvl1pPr>
          </a:lstStyle>
          <a:p>
            <a:pPr rtl="0"/>
            <a:r>
              <a:rPr lang="es"/>
              <a:t>Haga clic para modificar el estilo de título del patrón</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3200400" y="4267200"/>
            <a:ext cx="5791200" cy="1029310"/>
          </a:xfrm>
        </p:spPr>
        <p:txBody>
          <a:bodyPr rtlCol="0">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endParaRPr lang="en-US"/>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14/11/2025</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279818382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cabezado de sección">
    <p:bg>
      <p:bgPr>
        <a:solidFill>
          <a:schemeClr val="tx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3352800"/>
            <a:ext cx="7909560" cy="2971800"/>
          </a:xfrm>
        </p:spPr>
        <p:txBody>
          <a:bodyPr vert="horz" lIns="91440" tIns="45720" rIns="91440" bIns="45720" rtlCol="0" anchor="b">
            <a:normAutofit/>
          </a:bodyPr>
          <a:lstStyle>
            <a:lvl1pPr>
              <a:defRPr lang="en-US" sz="6000" dirty="0">
                <a:solidFill>
                  <a:schemeClr val="bg2"/>
                </a:solidFill>
              </a:defRPr>
            </a:lvl1pPr>
          </a:lstStyle>
          <a:p>
            <a:pPr lvl="0" rtl="0"/>
            <a:r>
              <a:rPr lang="es"/>
              <a:t>Encabezado de sección</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rtlCol="0"/>
          <a:lstStyle>
            <a:lvl1pPr>
              <a:defRPr>
                <a:solidFill>
                  <a:schemeClr val="bg2"/>
                </a:solidFill>
              </a:defRPr>
            </a:lvl1pPr>
          </a:lstStyle>
          <a:p>
            <a:pPr rtl="0"/>
            <a:endParaRPr lang="en-US">
              <a:solidFill>
                <a:schemeClr val="bg2"/>
              </a:solidFill>
            </a:endParaRPr>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rtlCol="0"/>
          <a:lstStyle>
            <a:lvl1pPr>
              <a:defRPr>
                <a:solidFill>
                  <a:schemeClr val="bg2"/>
                </a:solidFill>
              </a:defRPr>
            </a:lvl1pPr>
          </a:lstStyle>
          <a:p>
            <a:pPr rtl="0"/>
            <a:r>
              <a:rPr lang="en-US"/>
              <a:t>14/11/2025</a:t>
            </a:r>
            <a:endParaRPr lang="en-US" dirty="0"/>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rtlCol="0"/>
          <a:lstStyle>
            <a:lvl1pPr>
              <a:defRPr>
                <a:solidFill>
                  <a:schemeClr val="bg2"/>
                </a:solidFill>
              </a:defRPr>
            </a:lvl1pPr>
          </a:lstStyle>
          <a:p>
            <a:pPr rtl="0"/>
            <a:fld id="{AEAA3239-9EA4-4A65-A281-97F994456D9F}" type="slidenum">
              <a:rPr lang="en-US" smtClean="0"/>
              <a:pPr rtl="0"/>
              <a:t>‹Nº›</a:t>
            </a:fld>
            <a:endParaRPr lang="en-US"/>
          </a:p>
        </p:txBody>
      </p:sp>
    </p:spTree>
    <p:extLst>
      <p:ext uri="{BB962C8B-B14F-4D97-AF65-F5344CB8AC3E}">
        <p14:creationId xmlns:p14="http://schemas.microsoft.com/office/powerpoint/2010/main" val="207794234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4019F8-742E-9EEF-F591-C9666AC32AF1}"/>
              </a:ext>
            </a:extLst>
          </p:cNvPr>
          <p:cNvSpPr>
            <a:spLocks noGrp="1"/>
          </p:cNvSpPr>
          <p:nvPr>
            <p:ph type="title"/>
          </p:nvPr>
        </p:nvSpPr>
        <p:spPr>
          <a:xfrm>
            <a:off x="609600" y="694944"/>
            <a:ext cx="8479072" cy="1438656"/>
          </a:xfrm>
        </p:spPr>
        <p:txBody>
          <a:bodyPr rtlCol="0" anchor="b">
            <a:normAutofit/>
          </a:bodyPr>
          <a:lstStyle>
            <a:lvl1pPr>
              <a:defRPr sz="5400"/>
            </a:lvl1pPr>
          </a:lstStyle>
          <a:p>
            <a:pPr rtl="0"/>
            <a:r>
              <a:rPr lang="es"/>
              <a:t>Haga clic para modificar el estilo de título del patrón</a:t>
            </a:r>
          </a:p>
        </p:txBody>
      </p:sp>
      <p:sp>
        <p:nvSpPr>
          <p:cNvPr id="7" name="Marcador de contenido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8467558" cy="3539514"/>
          </a:xfrm>
        </p:spPr>
        <p:txBody>
          <a:bodyPr rtlCol="0">
            <a:normAutofit/>
          </a:bodyPr>
          <a:lstStyle>
            <a:lvl1pPr marL="457200" indent="-457200">
              <a:buClr>
                <a:schemeClr val="accent1"/>
              </a:buClr>
              <a:buFont typeface="+mj-lt"/>
              <a:buAutoNum type="arabicPeriod"/>
              <a:defRPr sz="1800"/>
            </a:lvl1pPr>
            <a:lvl2pPr marL="685800" indent="-457200">
              <a:buClr>
                <a:schemeClr val="accent1"/>
              </a:buClr>
              <a:buFont typeface="+mj-lt"/>
              <a:buAutoNum type="arabicPeriod"/>
              <a:defRPr sz="1600"/>
            </a:lvl2pPr>
            <a:lvl3pPr marL="800100" indent="-342900">
              <a:buClr>
                <a:schemeClr val="accent1"/>
              </a:buClr>
              <a:buFont typeface="+mj-lt"/>
              <a:buAutoNum type="arabicPeriod"/>
              <a:defRPr sz="1400"/>
            </a:lvl3pPr>
            <a:lvl4pPr marL="1028700" indent="-342900">
              <a:buClr>
                <a:schemeClr val="accent1"/>
              </a:buClr>
              <a:buFont typeface="+mj-lt"/>
              <a:buAutoNum type="arabicPeriod"/>
              <a:defRPr sz="1400"/>
            </a:lvl4pPr>
            <a:lvl5pPr marL="1257300" indent="-342900">
              <a:buClr>
                <a:schemeClr val="accent1"/>
              </a:buClr>
              <a:buFont typeface="+mj-lt"/>
              <a:buAutoNum type="arabicPeriod"/>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4" name="Marcador de pie de página 3">
            <a:extLst>
              <a:ext uri="{FF2B5EF4-FFF2-40B4-BE49-F238E27FC236}">
                <a16:creationId xmlns:a16="http://schemas.microsoft.com/office/drawing/2014/main" id="{0B12CFE6-D05E-5478-B3A4-81DC4DCD7410}"/>
              </a:ext>
            </a:extLst>
          </p:cNvPr>
          <p:cNvSpPr>
            <a:spLocks noGrp="1"/>
          </p:cNvSpPr>
          <p:nvPr>
            <p:ph type="ftr" sz="quarter" idx="11"/>
          </p:nvPr>
        </p:nvSpPr>
        <p:spPr/>
        <p:txBody>
          <a:bodyPr rtlCol="0"/>
          <a:lstStyle/>
          <a:p>
            <a:pPr rtl="0"/>
            <a:endParaRPr lang="en-US"/>
          </a:p>
        </p:txBody>
      </p:sp>
      <p:sp>
        <p:nvSpPr>
          <p:cNvPr id="3" name="Marcador de fecha 2">
            <a:extLst>
              <a:ext uri="{FF2B5EF4-FFF2-40B4-BE49-F238E27FC236}">
                <a16:creationId xmlns:a16="http://schemas.microsoft.com/office/drawing/2014/main" id="{6CC77F2D-39D2-22F7-CF0B-39D63EBF00B7}"/>
              </a:ext>
            </a:extLst>
          </p:cNvPr>
          <p:cNvSpPr>
            <a:spLocks noGrp="1"/>
          </p:cNvSpPr>
          <p:nvPr>
            <p:ph type="dt" sz="half" idx="10"/>
          </p:nvPr>
        </p:nvSpPr>
        <p:spPr/>
        <p:txBody>
          <a:bodyPr rtlCol="0"/>
          <a:lstStyle/>
          <a:p>
            <a:pPr rtl="0"/>
            <a:r>
              <a:rPr lang="en-US"/>
              <a:t>14/11/2025</a:t>
            </a:r>
          </a:p>
        </p:txBody>
      </p:sp>
      <p:sp>
        <p:nvSpPr>
          <p:cNvPr id="5" name="Marcador de número de diapositiva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2495853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con imag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4019F8-742E-9EEF-F591-C9666AC32AF1}"/>
              </a:ext>
            </a:extLst>
          </p:cNvPr>
          <p:cNvSpPr>
            <a:spLocks noGrp="1"/>
          </p:cNvSpPr>
          <p:nvPr>
            <p:ph type="title"/>
          </p:nvPr>
        </p:nvSpPr>
        <p:spPr>
          <a:xfrm>
            <a:off x="5823409" y="680018"/>
            <a:ext cx="5567315" cy="1514856"/>
          </a:xfrm>
        </p:spPr>
        <p:txBody>
          <a:bodyPr rtlCol="0" anchor="b">
            <a:normAutofit/>
          </a:bodyPr>
          <a:lstStyle>
            <a:lvl1pPr>
              <a:defRPr sz="5400"/>
            </a:lvl1pPr>
          </a:lstStyle>
          <a:p>
            <a:pPr rtl="0"/>
            <a:r>
              <a:rPr lang="es"/>
              <a:t>Haga clic para modificar el estilo de título del patrón</a:t>
            </a:r>
          </a:p>
        </p:txBody>
      </p:sp>
      <p:sp>
        <p:nvSpPr>
          <p:cNvPr id="6" name="Marcador de posición de imagen 9">
            <a:extLst>
              <a:ext uri="{FF2B5EF4-FFF2-40B4-BE49-F238E27FC236}">
                <a16:creationId xmlns:a16="http://schemas.microsoft.com/office/drawing/2014/main" id="{50734BE2-FE59-611B-A6E8-DFBB73CC16D4}"/>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70000"/>
              <a:extLst>
                <a:ext uri="{28A0092B-C50C-407E-A947-70E740481C1C}">
                  <a14:useLocalDpi xmlns:a14="http://schemas.microsoft.com/office/drawing/2010/main" val="0"/>
                </a:ext>
              </a:extLst>
            </a:blip>
            <a:srcRect/>
            <a:stretch>
              <a:fillRect l="-62602" r="-62602"/>
            </a:stretch>
          </a:blipFill>
        </p:spPr>
        <p:txBody>
          <a:bodyPr vert="horz" lIns="91440" tIns="45720" rIns="91440" bIns="45720" rtlCol="0">
            <a:normAutofit/>
          </a:bodyPr>
          <a:lstStyle>
            <a:lvl1pPr marL="0" indent="0">
              <a:buNone/>
              <a:defRPr lang="en-US" dirty="0"/>
            </a:lvl1pPr>
          </a:lstStyle>
          <a:p>
            <a:pPr marL="0" lvl="0" indent="0" rtl="0">
              <a:buNone/>
            </a:pPr>
            <a:r>
              <a:rPr lang="es"/>
              <a:t>   </a:t>
            </a:r>
          </a:p>
        </p:txBody>
      </p:sp>
      <p:sp>
        <p:nvSpPr>
          <p:cNvPr id="7" name="Marcador de contenido 6">
            <a:extLst>
              <a:ext uri="{FF2B5EF4-FFF2-40B4-BE49-F238E27FC236}">
                <a16:creationId xmlns:a16="http://schemas.microsoft.com/office/drawing/2014/main" id="{28C8B19A-6FC1-2B71-0BFB-9274CBF396B9}"/>
              </a:ext>
            </a:extLst>
          </p:cNvPr>
          <p:cNvSpPr>
            <a:spLocks noGrp="1"/>
          </p:cNvSpPr>
          <p:nvPr>
            <p:ph sz="quarter" idx="13"/>
          </p:nvPr>
        </p:nvSpPr>
        <p:spPr>
          <a:xfrm>
            <a:off x="5791202" y="2726267"/>
            <a:ext cx="5567314" cy="3436789"/>
          </a:xfrm>
        </p:spPr>
        <p:txBody>
          <a:bodyPr rtlCol="0">
            <a:normAutofit/>
          </a:bodyPr>
          <a:lstStyle>
            <a:lvl1pPr marL="457200" indent="-457200">
              <a:buClr>
                <a:schemeClr val="accent1"/>
              </a:buClr>
              <a:buFont typeface="+mj-lt"/>
              <a:buAutoNum type="arabicPeriod"/>
              <a:defRPr sz="2000"/>
            </a:lvl1pPr>
            <a:lvl2pPr marL="571500" indent="-342900">
              <a:buClr>
                <a:schemeClr val="accent1"/>
              </a:buClr>
              <a:buFont typeface="+mj-lt"/>
              <a:buAutoNum type="arabicPeriod"/>
              <a:defRPr sz="1800"/>
            </a:lvl2pPr>
            <a:lvl3pPr marL="800100" indent="-342900">
              <a:buClr>
                <a:schemeClr val="accent1"/>
              </a:buClr>
              <a:buFont typeface="+mj-lt"/>
              <a:buAutoNum type="arabicPeriod"/>
              <a:defRPr sz="1600"/>
            </a:lvl3pPr>
            <a:lvl4pPr marL="1028700" indent="-342900">
              <a:buClr>
                <a:schemeClr val="accent1"/>
              </a:buClr>
              <a:buFont typeface="+mj-lt"/>
              <a:buAutoNum type="arabicPeriod"/>
              <a:defRPr sz="1400"/>
            </a:lvl4pPr>
            <a:lvl5pPr>
              <a:buClr>
                <a:schemeClr val="accent1"/>
              </a:buClr>
              <a:buFont typeface="+mj-lt"/>
              <a:buAutoNum type="arabicPeriod"/>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pie de página 3">
            <a:extLst>
              <a:ext uri="{FF2B5EF4-FFF2-40B4-BE49-F238E27FC236}">
                <a16:creationId xmlns:a16="http://schemas.microsoft.com/office/drawing/2014/main" id="{0B12CFE6-D05E-5478-B3A4-81DC4DCD7410}"/>
              </a:ext>
            </a:extLst>
          </p:cNvPr>
          <p:cNvSpPr>
            <a:spLocks noGrp="1"/>
          </p:cNvSpPr>
          <p:nvPr>
            <p:ph type="ftr" sz="quarter" idx="11"/>
          </p:nvPr>
        </p:nvSpPr>
        <p:spPr>
          <a:xfrm>
            <a:off x="5588000" y="6343955"/>
            <a:ext cx="2985400" cy="365125"/>
          </a:xfrm>
        </p:spPr>
        <p:txBody>
          <a:bodyPr rtlCol="0"/>
          <a:lstStyle/>
          <a:p>
            <a:pPr rtl="0"/>
            <a:endParaRPr lang="en-US" dirty="0"/>
          </a:p>
        </p:txBody>
      </p:sp>
      <p:sp>
        <p:nvSpPr>
          <p:cNvPr id="3" name="Marcador de fecha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rtlCol="0"/>
          <a:lstStyle/>
          <a:p>
            <a:pPr rtl="0"/>
            <a:r>
              <a:rPr lang="en-US"/>
              <a:t>14/11/2025</a:t>
            </a:r>
          </a:p>
        </p:txBody>
      </p:sp>
      <p:sp>
        <p:nvSpPr>
          <p:cNvPr id="5" name="Marcador de número de diapositiva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41704844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id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200399" y="1828800"/>
            <a:ext cx="5791201" cy="1375576"/>
          </a:xfrm>
        </p:spPr>
        <p:txBody>
          <a:bodyPr rtlCol="0" anchor="b">
            <a:normAutofit/>
          </a:bodyPr>
          <a:lstStyle>
            <a:lvl1pPr algn="ctr">
              <a:defRPr sz="2800"/>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7D633F00-464B-3088-812A-40496FD1021A}"/>
              </a:ext>
            </a:extLst>
          </p:cNvPr>
          <p:cNvSpPr>
            <a:spLocks noGrp="1"/>
          </p:cNvSpPr>
          <p:nvPr>
            <p:ph sz="quarter" idx="13"/>
          </p:nvPr>
        </p:nvSpPr>
        <p:spPr>
          <a:xfrm>
            <a:off x="3768786" y="3335364"/>
            <a:ext cx="4659735" cy="1645198"/>
          </a:xfrm>
        </p:spPr>
        <p:txBody>
          <a:bodyPr rtlCol="0"/>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endParaRPr lang="en-US"/>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14/11/2025</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18079260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ido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1347537" y="1731332"/>
            <a:ext cx="3493858" cy="3456894"/>
          </a:xfrm>
        </p:spPr>
        <p:txBody>
          <a:bodyPr rtlCol="0" anchor="t">
            <a:normAutofit/>
          </a:bodyPr>
          <a:lstStyle>
            <a:lvl1pPr>
              <a:defRPr sz="2800"/>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D42D62A0-8127-CE86-0633-0D65E1E136F7}"/>
              </a:ext>
            </a:extLst>
          </p:cNvPr>
          <p:cNvSpPr>
            <a:spLocks noGrp="1"/>
          </p:cNvSpPr>
          <p:nvPr>
            <p:ph sz="quarter" idx="13"/>
          </p:nvPr>
        </p:nvSpPr>
        <p:spPr>
          <a:xfrm>
            <a:off x="5519738" y="1727014"/>
            <a:ext cx="4956175" cy="3461212"/>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endParaRPr lang="en-US"/>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14/11/2025</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30911362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ido 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rtlCol="0" anchor="t">
            <a:normAutofit/>
          </a:bodyPr>
          <a:lstStyle>
            <a:lvl1pPr>
              <a:defRPr sz="2800"/>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FFB4667A-FE47-8556-FD3A-55FDBA801D76}"/>
              </a:ext>
            </a:extLst>
          </p:cNvPr>
          <p:cNvSpPr>
            <a:spLocks noGrp="1"/>
          </p:cNvSpPr>
          <p:nvPr>
            <p:ph sz="quarter" idx="13"/>
          </p:nvPr>
        </p:nvSpPr>
        <p:spPr>
          <a:xfrm>
            <a:off x="5156011" y="1389134"/>
            <a:ext cx="6045390" cy="4083579"/>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endParaRPr lang="en-US"/>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14/11/2025</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42853725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ido 5">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4677" y="1050111"/>
            <a:ext cx="3496147" cy="4940661"/>
          </a:xfrm>
        </p:spPr>
        <p:txBody>
          <a:bodyPr rtlCol="0" anchor="t">
            <a:normAutofit/>
          </a:bodyPr>
          <a:lstStyle>
            <a:lvl1pPr>
              <a:defRPr sz="2800"/>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75703" cy="4940661"/>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endParaRPr lang="en-US"/>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14/11/2025</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40935272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ido 6">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rtlCol="0" anchor="t">
            <a:normAutofit/>
          </a:bodyPr>
          <a:lstStyle>
            <a:lvl1pPr>
              <a:defRPr sz="2800"/>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endParaRPr lang="en-US"/>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14/11/2025</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24962917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ido con imag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156011" y="514175"/>
            <a:ext cx="6426389" cy="1315029"/>
          </a:xfrm>
        </p:spPr>
        <p:txBody>
          <a:bodyPr rtlCol="0" anchor="b"/>
          <a:lstStyle/>
          <a:p>
            <a:pPr rtl="0"/>
            <a:r>
              <a:rPr lang="es"/>
              <a:t>Haga clic para modificar el estilo de título del patrón</a:t>
            </a:r>
          </a:p>
        </p:txBody>
      </p:sp>
      <p:sp>
        <p:nvSpPr>
          <p:cNvPr id="3" name="Marcador de posición de imagen 13">
            <a:extLst>
              <a:ext uri="{FF2B5EF4-FFF2-40B4-BE49-F238E27FC236}">
                <a16:creationId xmlns:a16="http://schemas.microsoft.com/office/drawing/2014/main" id="{05FCB932-F339-D862-2EA0-48571A73264E}"/>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70000"/>
              <a:extLst>
                <a:ext uri="{28A0092B-C50C-407E-A947-70E740481C1C}">
                  <a14:useLocalDpi xmlns:a14="http://schemas.microsoft.com/office/drawing/2010/main" val="0"/>
                </a:ext>
              </a:extLst>
            </a:blip>
            <a:srcRect/>
            <a:stretch>
              <a:fillRect l="-62602" r="-62602"/>
            </a:stretch>
          </a:blipFill>
        </p:spPr>
        <p:txBody>
          <a:bodyPr vert="horz" lIns="91440" tIns="45720" rIns="91440" bIns="45720" rtlCol="0">
            <a:normAutofit/>
          </a:bodyPr>
          <a:lstStyle>
            <a:lvl1pPr marL="0" indent="0">
              <a:buNone/>
              <a:defRPr lang="en-US" dirty="0"/>
            </a:lvl1pPr>
          </a:lstStyle>
          <a:p>
            <a:pPr marL="0" lvl="0" indent="0" rtl="0">
              <a:buNone/>
            </a:pPr>
            <a:r>
              <a:rPr lang="es"/>
              <a:t>   </a:t>
            </a:r>
          </a:p>
        </p:txBody>
      </p:sp>
      <p:sp>
        <p:nvSpPr>
          <p:cNvPr id="8" name="Marcador de contenido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9" name="Marcador de pie de página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rtlCol="0"/>
          <a:lstStyle/>
          <a:p>
            <a:pPr rtl="0"/>
            <a:endParaRPr lang="en-US" dirty="0"/>
          </a:p>
        </p:txBody>
      </p:sp>
      <p:sp>
        <p:nvSpPr>
          <p:cNvPr id="4" name="Marcador de fecha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rtlCol="0"/>
          <a:lstStyle/>
          <a:p>
            <a:pPr rtl="0"/>
            <a:r>
              <a:rPr lang="en-US"/>
              <a:t>14/11/2025</a:t>
            </a:r>
            <a:endParaRPr lang="en-US" dirty="0"/>
          </a:p>
        </p:txBody>
      </p:sp>
      <p:sp>
        <p:nvSpPr>
          <p:cNvPr id="10" name="Marcador de número de diapositiva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11856226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ido con imagen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7" y="683319"/>
            <a:ext cx="6339541" cy="1143000"/>
          </a:xfrm>
        </p:spPr>
        <p:txBody>
          <a:bodyPr rtlCol="0" anchor="b"/>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07755DB3-9272-8E5E-039F-AC14A2C07898}"/>
              </a:ext>
            </a:extLst>
          </p:cNvPr>
          <p:cNvSpPr>
            <a:spLocks noGrp="1"/>
          </p:cNvSpPr>
          <p:nvPr>
            <p:ph sz="quarter" idx="14"/>
          </p:nvPr>
        </p:nvSpPr>
        <p:spPr>
          <a:xfrm>
            <a:off x="612774" y="1975104"/>
            <a:ext cx="6339414" cy="4228997"/>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10" name="Marcador de pie de página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rtlCol="0"/>
          <a:lstStyle/>
          <a:p>
            <a:pPr rtl="0"/>
            <a:endParaRPr lang="en-US" dirty="0"/>
          </a:p>
        </p:txBody>
      </p:sp>
      <p:sp>
        <p:nvSpPr>
          <p:cNvPr id="9" name="Marcador de fecha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rtlCol="0"/>
          <a:lstStyle/>
          <a:p>
            <a:pPr rtl="0"/>
            <a:r>
              <a:rPr lang="en-US"/>
              <a:t>14/11/2025</a:t>
            </a:r>
            <a:endParaRPr lang="en-US" dirty="0"/>
          </a:p>
        </p:txBody>
      </p:sp>
      <p:sp>
        <p:nvSpPr>
          <p:cNvPr id="12" name="Marcador de número de diapositiva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rtlCol="0"/>
          <a:lstStyle/>
          <a:p>
            <a:pPr rtl="0"/>
            <a:fld id="{AEAA3239-9EA4-4A65-A281-97F994456D9F}" type="slidenum">
              <a:rPr lang="en-US" smtClean="0"/>
              <a:t>‹Nº›</a:t>
            </a:fld>
            <a:endParaRPr lang="en-US" dirty="0"/>
          </a:p>
        </p:txBody>
      </p:sp>
      <p:sp>
        <p:nvSpPr>
          <p:cNvPr id="3" name="Marcador de posición de imagen 10">
            <a:extLst>
              <a:ext uri="{FF2B5EF4-FFF2-40B4-BE49-F238E27FC236}">
                <a16:creationId xmlns:a16="http://schemas.microsoft.com/office/drawing/2014/main" id="{3044C1EA-612D-D433-3AF1-C07387584DDF}"/>
              </a:ext>
            </a:extLst>
          </p:cNvPr>
          <p:cNvSpPr>
            <a:spLocks noGrp="1"/>
          </p:cNvSpPr>
          <p:nvPr>
            <p:ph type="pic" sz="quarter" idx="13" hasCustomPrompt="1"/>
          </p:nvPr>
        </p:nvSpPr>
        <p:spPr>
          <a:xfrm>
            <a:off x="7624831" y="0"/>
            <a:ext cx="4567169" cy="6858000"/>
          </a:xfrm>
          <a:blipFill>
            <a:blip r:embed="rId2">
              <a:alphaModFix amt="70000"/>
              <a:extLst>
                <a:ext uri="{28A0092B-C50C-407E-A947-70E740481C1C}">
                  <a14:useLocalDpi xmlns:a14="http://schemas.microsoft.com/office/drawing/2010/main" val="0"/>
                </a:ext>
              </a:extLst>
            </a:blip>
            <a:srcRect/>
            <a:stretch>
              <a:fillRect l="-62602" r="-62602"/>
            </a:stretch>
          </a:blipFill>
        </p:spPr>
        <p:txBody>
          <a:bodyPr vert="horz" lIns="91440" tIns="45720" rIns="91440" bIns="45720" rtlCol="0">
            <a:normAutofit/>
          </a:bodyPr>
          <a:lstStyle>
            <a:lvl1pPr marL="0" indent="0">
              <a:buNone/>
              <a:defRPr lang="en-US" dirty="0"/>
            </a:lvl1pPr>
          </a:lstStyle>
          <a:p>
            <a:pPr marL="0" lvl="0" indent="0" rtl="0">
              <a:buNone/>
            </a:pPr>
            <a:r>
              <a:rPr lang="es"/>
              <a:t>   </a:t>
            </a:r>
          </a:p>
        </p:txBody>
      </p:sp>
    </p:spTree>
    <p:extLst>
      <p:ext uri="{BB962C8B-B14F-4D97-AF65-F5344CB8AC3E}">
        <p14:creationId xmlns:p14="http://schemas.microsoft.com/office/powerpoint/2010/main" val="27975006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ido con imagen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632168" y="555536"/>
            <a:ext cx="6950232" cy="932688"/>
          </a:xfrm>
        </p:spPr>
        <p:txBody>
          <a:bodyPr rtlCol="0" anchor="b"/>
          <a:lstStyle/>
          <a:p>
            <a:pPr rtl="0"/>
            <a:r>
              <a:rPr lang="es"/>
              <a:t>Haga clic para modificar el estilo de título del patrón</a:t>
            </a:r>
          </a:p>
        </p:txBody>
      </p:sp>
      <p:sp>
        <p:nvSpPr>
          <p:cNvPr id="5" name="Marcador de posición de imagen 10">
            <a:extLst>
              <a:ext uri="{FF2B5EF4-FFF2-40B4-BE49-F238E27FC236}">
                <a16:creationId xmlns:a16="http://schemas.microsoft.com/office/drawing/2014/main" id="{049826C9-43E2-B63A-33CE-F69E4F2962DB}"/>
              </a:ext>
            </a:extLst>
          </p:cNvPr>
          <p:cNvSpPr>
            <a:spLocks noGrp="1"/>
          </p:cNvSpPr>
          <p:nvPr>
            <p:ph type="pic" sz="quarter" idx="13" hasCustomPrompt="1"/>
          </p:nvPr>
        </p:nvSpPr>
        <p:spPr>
          <a:xfrm>
            <a:off x="0" y="1"/>
            <a:ext cx="4023360" cy="6858000"/>
          </a:xfrm>
          <a:blipFill>
            <a:blip r:embed="rId2">
              <a:alphaModFix amt="70000"/>
              <a:extLst>
                <a:ext uri="{28A0092B-C50C-407E-A947-70E740481C1C}">
                  <a14:useLocalDpi xmlns:a14="http://schemas.microsoft.com/office/drawing/2010/main" val="0"/>
                </a:ext>
              </a:extLst>
            </a:blip>
            <a:srcRect/>
            <a:stretch>
              <a:fillRect l="-79545" r="-76009"/>
            </a:stretch>
          </a:blipFill>
        </p:spPr>
        <p:txBody>
          <a:bodyPr vert="horz" lIns="91440" tIns="45720" rIns="91440" bIns="45720" rtlCol="0">
            <a:normAutofit/>
          </a:bodyPr>
          <a:lstStyle>
            <a:lvl1pPr marL="0" indent="0">
              <a:buNone/>
              <a:defRPr lang="en-US" dirty="0"/>
            </a:lvl1pPr>
          </a:lstStyle>
          <a:p>
            <a:pPr marL="0" lvl="0" indent="0" rtl="0">
              <a:buNone/>
            </a:pPr>
            <a:r>
              <a:rPr lang="es"/>
              <a:t>   </a:t>
            </a:r>
          </a:p>
        </p:txBody>
      </p:sp>
      <p:sp>
        <p:nvSpPr>
          <p:cNvPr id="8" name="Marcador de contenido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4" name="Marcador de pie de página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rtlCol="0"/>
          <a:lstStyle/>
          <a:p>
            <a:pPr rtl="0"/>
            <a:endParaRPr lang="en-US" dirty="0"/>
          </a:p>
        </p:txBody>
      </p:sp>
      <p:sp>
        <p:nvSpPr>
          <p:cNvPr id="3" name="Marcador de fecha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rtlCol="0"/>
          <a:lstStyle/>
          <a:p>
            <a:pPr rtl="0"/>
            <a:r>
              <a:rPr lang="en-US"/>
              <a:t>14/11/2025</a:t>
            </a:r>
            <a:endParaRPr lang="en-US" dirty="0"/>
          </a:p>
        </p:txBody>
      </p:sp>
      <p:sp>
        <p:nvSpPr>
          <p:cNvPr id="9" name="Marcador de número de diapositiva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11376514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ido con imagen 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7" y="552478"/>
            <a:ext cx="6858000" cy="932688"/>
          </a:xfrm>
        </p:spPr>
        <p:txBody>
          <a:bodyPr rtlCol="0" anchor="b"/>
          <a:lstStyle/>
          <a:p>
            <a:pPr rtl="0"/>
            <a:r>
              <a:rPr lang="es"/>
              <a:t>Haga clic para modificar el estilo de título del patrón</a:t>
            </a:r>
            <a:endParaRPr lang="en-US" dirty="0"/>
          </a:p>
        </p:txBody>
      </p:sp>
      <p:sp>
        <p:nvSpPr>
          <p:cNvPr id="8" name="Marcador de contenido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9" name="Marcador de pie de página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rtlCol="0"/>
          <a:lstStyle/>
          <a:p>
            <a:pPr rtl="0"/>
            <a:endParaRPr lang="en-US" dirty="0"/>
          </a:p>
        </p:txBody>
      </p:sp>
      <p:sp>
        <p:nvSpPr>
          <p:cNvPr id="4" name="Marcador de fecha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rtlCol="0"/>
          <a:lstStyle/>
          <a:p>
            <a:pPr rtl="0"/>
            <a:r>
              <a:rPr lang="en-US"/>
              <a:t>14/11/2025</a:t>
            </a:r>
            <a:endParaRPr lang="en-US" dirty="0"/>
          </a:p>
        </p:txBody>
      </p:sp>
      <p:sp>
        <p:nvSpPr>
          <p:cNvPr id="10" name="Marcador de número de diapositiva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rtlCol="0"/>
          <a:lstStyle/>
          <a:p>
            <a:pPr rtl="0"/>
            <a:fld id="{AEAA3239-9EA4-4A65-A281-97F994456D9F}" type="slidenum">
              <a:rPr lang="en-US" smtClean="0"/>
              <a:t>‹Nº›</a:t>
            </a:fld>
            <a:endParaRPr lang="en-US"/>
          </a:p>
        </p:txBody>
      </p:sp>
      <p:sp>
        <p:nvSpPr>
          <p:cNvPr id="3" name="Marcador de posición de imagen 10">
            <a:extLst>
              <a:ext uri="{FF2B5EF4-FFF2-40B4-BE49-F238E27FC236}">
                <a16:creationId xmlns:a16="http://schemas.microsoft.com/office/drawing/2014/main" id="{5826354F-3DF4-C2DC-4231-2ACE05FD4FE6}"/>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rcRect/>
            <a:stretch>
              <a:fillRect l="-79545" r="-76009"/>
            </a:stretch>
          </a:blipFill>
        </p:spPr>
        <p:txBody>
          <a:bodyPr vert="horz" lIns="91440" tIns="45720" rIns="91440" bIns="45720" rtlCol="0">
            <a:normAutofit/>
          </a:bodyPr>
          <a:lstStyle>
            <a:lvl1pPr marL="0" indent="0">
              <a:buNone/>
              <a:defRPr lang="en-US" dirty="0"/>
            </a:lvl1pPr>
          </a:lstStyle>
          <a:p>
            <a:pPr marL="0" lvl="0" indent="0" rtl="0">
              <a:buNone/>
            </a:pPr>
            <a:r>
              <a:rPr lang="es"/>
              <a:t>   </a:t>
            </a:r>
          </a:p>
        </p:txBody>
      </p:sp>
    </p:spTree>
    <p:extLst>
      <p:ext uri="{BB962C8B-B14F-4D97-AF65-F5344CB8AC3E}">
        <p14:creationId xmlns:p14="http://schemas.microsoft.com/office/powerpoint/2010/main" val="3171224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ido con imagen 5">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094553" y="499533"/>
            <a:ext cx="4477512" cy="1328932"/>
          </a:xfrm>
        </p:spPr>
        <p:txBody>
          <a:bodyPr rtlCol="0" anchor="b">
            <a:normAutofit/>
          </a:bodyPr>
          <a:lstStyle>
            <a:lvl1pPr>
              <a:defRPr sz="2800"/>
            </a:lvl1pPr>
          </a:lstStyle>
          <a:p>
            <a:pPr rtl="0"/>
            <a:r>
              <a:rPr lang="es"/>
              <a:t>Haga clic para modificar el estilo de título del patrón</a:t>
            </a:r>
            <a:endParaRPr lang="en-US" dirty="0"/>
          </a:p>
        </p:txBody>
      </p:sp>
      <p:sp>
        <p:nvSpPr>
          <p:cNvPr id="3" name="Marcador de posición de imagen 10">
            <a:extLst>
              <a:ext uri="{FF2B5EF4-FFF2-40B4-BE49-F238E27FC236}">
                <a16:creationId xmlns:a16="http://schemas.microsoft.com/office/drawing/2014/main" id="{840BBA71-C5F9-9DE1-775B-9A43BF687C0C}"/>
              </a:ext>
            </a:extLst>
          </p:cNvPr>
          <p:cNvSpPr>
            <a:spLocks noGrp="1"/>
          </p:cNvSpPr>
          <p:nvPr>
            <p:ph type="pic" sz="quarter" idx="13" hasCustomPrompt="1"/>
          </p:nvPr>
        </p:nvSpPr>
        <p:spPr>
          <a:xfrm>
            <a:off x="1" y="0"/>
            <a:ext cx="6492240" cy="6858000"/>
          </a:xfrm>
          <a:blipFill>
            <a:blip r:embed="rId2">
              <a:alphaModFix amt="70000"/>
              <a:extLst>
                <a:ext uri="{28A0092B-C50C-407E-A947-70E740481C1C}">
                  <a14:useLocalDpi xmlns:a14="http://schemas.microsoft.com/office/drawing/2010/main" val="0"/>
                </a:ext>
              </a:extLst>
            </a:blip>
            <a:srcRect/>
            <a:stretch>
              <a:fillRect t="-1622" b="-1622"/>
            </a:stretch>
          </a:blipFill>
        </p:spPr>
        <p:txBody>
          <a:bodyPr vert="horz" wrap="square" lIns="91440" tIns="45720" rIns="91440" bIns="45720" rtlCol="0">
            <a:noAutofit/>
          </a:bodyPr>
          <a:lstStyle>
            <a:lvl1pPr marL="0" indent="0">
              <a:buNone/>
              <a:defRPr lang="en-US" dirty="0"/>
            </a:lvl1pPr>
          </a:lstStyle>
          <a:p>
            <a:pPr marL="0" lvl="0" indent="0" rtl="0">
              <a:buNone/>
            </a:pPr>
            <a:r>
              <a:rPr lang="es"/>
              <a:t>   </a:t>
            </a:r>
          </a:p>
        </p:txBody>
      </p:sp>
      <p:sp>
        <p:nvSpPr>
          <p:cNvPr id="8" name="Marcador de contenido 7">
            <a:extLst>
              <a:ext uri="{FF2B5EF4-FFF2-40B4-BE49-F238E27FC236}">
                <a16:creationId xmlns:a16="http://schemas.microsoft.com/office/drawing/2014/main" id="{7FF0220E-48F8-B4D9-19DE-7B457C3C221C}"/>
              </a:ext>
            </a:extLst>
          </p:cNvPr>
          <p:cNvSpPr>
            <a:spLocks noGrp="1"/>
          </p:cNvSpPr>
          <p:nvPr>
            <p:ph sz="quarter" idx="14"/>
          </p:nvPr>
        </p:nvSpPr>
        <p:spPr>
          <a:xfrm>
            <a:off x="7104889" y="1975104"/>
            <a:ext cx="4477512" cy="4282573"/>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p:spPr>
        <p:txBody>
          <a:bodyPr rtlCol="0"/>
          <a:lstStyle/>
          <a:p>
            <a:pPr rtl="0"/>
            <a:endParaRPr lang="en-US"/>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rtlCol="0"/>
          <a:lstStyle>
            <a:lvl1pPr>
              <a:defRPr>
                <a:solidFill>
                  <a:schemeClr val="tx1"/>
                </a:solidFill>
                <a:effectLst/>
              </a:defRPr>
            </a:lvl1pPr>
          </a:lstStyle>
          <a:p>
            <a:pPr rtl="0"/>
            <a:r>
              <a:rPr lang="en-US"/>
              <a:t>14/11/2025</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30435514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ido con imagen 6">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9" y="538716"/>
            <a:ext cx="4494189" cy="1288169"/>
          </a:xfrm>
        </p:spPr>
        <p:txBody>
          <a:bodyPr rtlCol="0" anchor="b">
            <a:normAutofit/>
          </a:bodyPr>
          <a:lstStyle>
            <a:lvl1pPr>
              <a:defRPr sz="2800"/>
            </a:lvl1pPr>
          </a:lstStyle>
          <a:p>
            <a:pPr rtl="0"/>
            <a:r>
              <a:rPr lang="es"/>
              <a:t>Haga clic para modificar el estilo de título del patrón</a:t>
            </a:r>
            <a:endParaRPr lang="en-US" dirty="0"/>
          </a:p>
        </p:txBody>
      </p:sp>
      <p:sp>
        <p:nvSpPr>
          <p:cNvPr id="8" name="Marcador de contenido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rtlCol="0"/>
          <a:lstStyle>
            <a:lvl1pPr>
              <a:defRPr>
                <a:solidFill>
                  <a:schemeClr val="tx1"/>
                </a:solidFill>
                <a:effectLst/>
              </a:defRPr>
            </a:lvl1pPr>
          </a:lstStyle>
          <a:p>
            <a:pPr rtl="0"/>
            <a:endParaRPr lang="en-US" dirty="0"/>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p:spPr>
        <p:txBody>
          <a:bodyPr rtlCol="0"/>
          <a:lstStyle/>
          <a:p>
            <a:pPr rtl="0"/>
            <a:r>
              <a:rPr lang="en-US"/>
              <a:t>14/11/2025</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p:spPr>
        <p:txBody>
          <a:bodyPr rtlCol="0"/>
          <a:lstStyle>
            <a:lvl1pPr>
              <a:defRPr>
                <a:solidFill>
                  <a:schemeClr val="tx1"/>
                </a:solidFill>
                <a:effectLst/>
              </a:defRPr>
            </a:lvl1pPr>
          </a:lstStyle>
          <a:p>
            <a:pPr rtl="0"/>
            <a:fld id="{AEAA3239-9EA4-4A65-A281-97F994456D9F}" type="slidenum">
              <a:rPr lang="en-US" smtClean="0"/>
              <a:t>‹Nº›</a:t>
            </a:fld>
            <a:endParaRPr lang="en-US"/>
          </a:p>
        </p:txBody>
      </p:sp>
      <p:sp>
        <p:nvSpPr>
          <p:cNvPr id="3" name="Marcador de posición de imagen 10">
            <a:extLst>
              <a:ext uri="{FF2B5EF4-FFF2-40B4-BE49-F238E27FC236}">
                <a16:creationId xmlns:a16="http://schemas.microsoft.com/office/drawing/2014/main" id="{7D065D27-8329-CB7A-CFF5-15F3D471636E}"/>
              </a:ext>
            </a:extLst>
          </p:cNvPr>
          <p:cNvSpPr>
            <a:spLocks noGrp="1"/>
          </p:cNvSpPr>
          <p:nvPr>
            <p:ph type="pic" sz="quarter" idx="13" hasCustomPrompt="1"/>
          </p:nvPr>
        </p:nvSpPr>
        <p:spPr>
          <a:xfrm>
            <a:off x="5658928" y="0"/>
            <a:ext cx="6533072" cy="6858000"/>
          </a:xfrm>
          <a:blipFill>
            <a:blip r:embed="rId2">
              <a:alphaModFix amt="70000"/>
              <a:extLst>
                <a:ext uri="{28A0092B-C50C-407E-A947-70E740481C1C}">
                  <a14:useLocalDpi xmlns:a14="http://schemas.microsoft.com/office/drawing/2010/main" val="0"/>
                </a:ext>
              </a:extLst>
            </a:blip>
            <a:srcRect/>
            <a:stretch>
              <a:fillRect t="-1622" b="-1622"/>
            </a:stretch>
          </a:blipFill>
        </p:spPr>
        <p:txBody>
          <a:bodyPr vert="horz" wrap="square" lIns="91440" tIns="45720" rIns="91440" bIns="45720" rtlCol="0">
            <a:noAutofit/>
          </a:bodyPr>
          <a:lstStyle>
            <a:lvl1pPr marL="0" indent="0">
              <a:buNone/>
              <a:defRPr lang="en-US" dirty="0"/>
            </a:lvl1pPr>
          </a:lstStyle>
          <a:p>
            <a:pPr marL="0" lvl="0" indent="0" rtl="0">
              <a:buNone/>
            </a:pPr>
            <a:r>
              <a:rPr lang="es"/>
              <a:t>   </a:t>
            </a:r>
          </a:p>
        </p:txBody>
      </p:sp>
    </p:spTree>
    <p:extLst>
      <p:ext uri="{BB962C8B-B14F-4D97-AF65-F5344CB8AC3E}">
        <p14:creationId xmlns:p14="http://schemas.microsoft.com/office/powerpoint/2010/main" val="26759779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ido con imagen 7">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8212663" y="500039"/>
            <a:ext cx="3363514" cy="1667226"/>
          </a:xfrm>
        </p:spPr>
        <p:txBody>
          <a:bodyPr rtlCol="0" anchor="b">
            <a:normAutofit/>
          </a:bodyPr>
          <a:lstStyle>
            <a:lvl1pPr>
              <a:defRPr sz="2800"/>
            </a:lvl1pPr>
          </a:lstStyle>
          <a:p>
            <a:pPr rtl="0"/>
            <a:r>
              <a:rPr lang="es"/>
              <a:t>Haga clic para modificar el estilo de título del patrón</a:t>
            </a:r>
            <a:endParaRPr lang="en-US" dirty="0"/>
          </a:p>
        </p:txBody>
      </p:sp>
      <p:sp>
        <p:nvSpPr>
          <p:cNvPr id="3" name="Marcador de posición de imagen 10">
            <a:extLst>
              <a:ext uri="{FF2B5EF4-FFF2-40B4-BE49-F238E27FC236}">
                <a16:creationId xmlns:a16="http://schemas.microsoft.com/office/drawing/2014/main" id="{520BA592-E9CF-62CA-B1BB-D48B4DEFE9C8}"/>
              </a:ext>
            </a:extLst>
          </p:cNvPr>
          <p:cNvSpPr>
            <a:spLocks noGrp="1"/>
          </p:cNvSpPr>
          <p:nvPr>
            <p:ph type="pic" sz="quarter" idx="13" hasCustomPrompt="1"/>
          </p:nvPr>
        </p:nvSpPr>
        <p:spPr>
          <a:xfrm>
            <a:off x="0" y="0"/>
            <a:ext cx="7584144" cy="6858000"/>
          </a:xfrm>
          <a:blipFill>
            <a:blip r:embed="rId2">
              <a:alphaModFix amt="70000"/>
              <a:extLst>
                <a:ext uri="{28A0092B-C50C-407E-A947-70E740481C1C}">
                  <a14:useLocalDpi xmlns:a14="http://schemas.microsoft.com/office/drawing/2010/main" val="0"/>
                </a:ext>
              </a:extLst>
            </a:blip>
            <a:srcRect/>
            <a:stretch>
              <a:fillRect t="-1622" b="-1622"/>
            </a:stretch>
          </a:blipFill>
        </p:spPr>
        <p:txBody>
          <a:bodyPr vert="horz" wrap="square" lIns="91440" tIns="45720" rIns="91440" bIns="45720" rtlCol="0">
            <a:noAutofit/>
          </a:bodyPr>
          <a:lstStyle>
            <a:lvl1pPr marL="0" indent="0">
              <a:buNone/>
              <a:defRPr lang="en-US" dirty="0"/>
            </a:lvl1pPr>
          </a:lstStyle>
          <a:p>
            <a:pPr marL="0" lvl="0" indent="0" rtl="0">
              <a:buNone/>
            </a:pPr>
            <a:r>
              <a:rPr lang="es"/>
              <a:t>   </a:t>
            </a:r>
          </a:p>
        </p:txBody>
      </p:sp>
      <p:sp>
        <p:nvSpPr>
          <p:cNvPr id="8" name="Marcador de contenido 7">
            <a:extLst>
              <a:ext uri="{FF2B5EF4-FFF2-40B4-BE49-F238E27FC236}">
                <a16:creationId xmlns:a16="http://schemas.microsoft.com/office/drawing/2014/main" id="{747AED59-1A26-9C13-8482-7857E7DEFE52}"/>
              </a:ext>
            </a:extLst>
          </p:cNvPr>
          <p:cNvSpPr>
            <a:spLocks noGrp="1"/>
          </p:cNvSpPr>
          <p:nvPr>
            <p:ph sz="quarter" idx="14"/>
          </p:nvPr>
        </p:nvSpPr>
        <p:spPr>
          <a:xfrm>
            <a:off x="8212790" y="2438400"/>
            <a:ext cx="3363513" cy="3731812"/>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9" name="Marcador de pie de página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rtlCol="0"/>
          <a:lstStyle/>
          <a:p>
            <a:pPr rtl="0"/>
            <a:endParaRPr lang="en-US" dirty="0"/>
          </a:p>
        </p:txBody>
      </p:sp>
      <p:sp>
        <p:nvSpPr>
          <p:cNvPr id="4" name="Marcador de fecha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rtlCol="0"/>
          <a:lstStyle/>
          <a:p>
            <a:pPr rtl="0"/>
            <a:r>
              <a:rPr lang="en-US"/>
              <a:t>14/11/2025</a:t>
            </a:r>
            <a:endParaRPr lang="en-US" dirty="0"/>
          </a:p>
        </p:txBody>
      </p:sp>
      <p:sp>
        <p:nvSpPr>
          <p:cNvPr id="10" name="Marcador de número de diapositiva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2944961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ido con imagen 8">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5697" y="500039"/>
            <a:ext cx="3363514" cy="1667226"/>
          </a:xfrm>
        </p:spPr>
        <p:txBody>
          <a:bodyPr rtlCol="0" anchor="b">
            <a:normAutofit/>
          </a:bodyPr>
          <a:lstStyle>
            <a:lvl1pPr>
              <a:defRPr sz="2800"/>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747AED59-1A26-9C13-8482-7857E7DEFE52}"/>
              </a:ext>
            </a:extLst>
          </p:cNvPr>
          <p:cNvSpPr>
            <a:spLocks noGrp="1"/>
          </p:cNvSpPr>
          <p:nvPr>
            <p:ph sz="quarter" idx="14"/>
          </p:nvPr>
        </p:nvSpPr>
        <p:spPr>
          <a:xfrm>
            <a:off x="615824" y="2315569"/>
            <a:ext cx="3363513" cy="3814887"/>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9" name="Marcador de pie de página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rtlCol="0"/>
          <a:lstStyle/>
          <a:p>
            <a:pPr rtl="0"/>
            <a:endParaRPr lang="en-US" dirty="0"/>
          </a:p>
        </p:txBody>
      </p:sp>
      <p:sp>
        <p:nvSpPr>
          <p:cNvPr id="4" name="Marcador de fecha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rtlCol="0"/>
          <a:lstStyle/>
          <a:p>
            <a:pPr rtl="0"/>
            <a:r>
              <a:rPr lang="en-US"/>
              <a:t>14/11/2025</a:t>
            </a:r>
            <a:endParaRPr lang="en-US" dirty="0"/>
          </a:p>
        </p:txBody>
      </p:sp>
      <p:sp>
        <p:nvSpPr>
          <p:cNvPr id="10" name="Marcador de número de diapositiva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rtlCol="0"/>
          <a:lstStyle/>
          <a:p>
            <a:pPr rtl="0"/>
            <a:fld id="{AEAA3239-9EA4-4A65-A281-97F994456D9F}" type="slidenum">
              <a:rPr lang="en-US" smtClean="0"/>
              <a:t>‹Nº›</a:t>
            </a:fld>
            <a:endParaRPr lang="en-US"/>
          </a:p>
        </p:txBody>
      </p:sp>
      <p:sp>
        <p:nvSpPr>
          <p:cNvPr id="3" name="Marcador de posición de imagen 10">
            <a:extLst>
              <a:ext uri="{FF2B5EF4-FFF2-40B4-BE49-F238E27FC236}">
                <a16:creationId xmlns:a16="http://schemas.microsoft.com/office/drawing/2014/main" id="{7582CC36-1499-0054-0C41-25729B4DE710}"/>
              </a:ext>
            </a:extLst>
          </p:cNvPr>
          <p:cNvSpPr>
            <a:spLocks noGrp="1"/>
          </p:cNvSpPr>
          <p:nvPr>
            <p:ph type="pic" sz="quarter" idx="13" hasCustomPrompt="1"/>
          </p:nvPr>
        </p:nvSpPr>
        <p:spPr>
          <a:xfrm>
            <a:off x="4607856" y="0"/>
            <a:ext cx="7584144" cy="6858000"/>
          </a:xfrm>
          <a:blipFill>
            <a:blip r:embed="rId2">
              <a:alphaModFix amt="70000"/>
              <a:extLst>
                <a:ext uri="{28A0092B-C50C-407E-A947-70E740481C1C}">
                  <a14:useLocalDpi xmlns:a14="http://schemas.microsoft.com/office/drawing/2010/main" val="0"/>
                </a:ext>
              </a:extLst>
            </a:blip>
            <a:srcRect/>
            <a:stretch>
              <a:fillRect t="-1622" b="-1622"/>
            </a:stretch>
          </a:blipFill>
        </p:spPr>
        <p:txBody>
          <a:bodyPr vert="horz" wrap="square" lIns="91440" tIns="45720" rIns="91440" bIns="45720" rtlCol="0">
            <a:noAutofit/>
          </a:bodyPr>
          <a:lstStyle>
            <a:lvl1pPr marL="0" indent="0">
              <a:buNone/>
              <a:defRPr lang="en-US" dirty="0"/>
            </a:lvl1pPr>
          </a:lstStyle>
          <a:p>
            <a:pPr marL="0" lvl="0" indent="0" rtl="0">
              <a:buNone/>
            </a:pPr>
            <a:r>
              <a:rPr lang="es"/>
              <a:t>   </a:t>
            </a:r>
          </a:p>
        </p:txBody>
      </p:sp>
    </p:spTree>
    <p:extLst>
      <p:ext uri="{BB962C8B-B14F-4D97-AF65-F5344CB8AC3E}">
        <p14:creationId xmlns:p14="http://schemas.microsoft.com/office/powerpoint/2010/main" val="41937497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ido con imagen 9">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8888061" y="1295400"/>
            <a:ext cx="2699254" cy="1858941"/>
          </a:xfrm>
        </p:spPr>
        <p:txBody>
          <a:bodyPr rtlCol="0" anchor="b"/>
          <a:lstStyle/>
          <a:p>
            <a:pPr rtl="0"/>
            <a:r>
              <a:rPr lang="es"/>
              <a:t>Haga clic para modificar el estilo de título del patrón</a:t>
            </a:r>
          </a:p>
        </p:txBody>
      </p:sp>
      <p:sp>
        <p:nvSpPr>
          <p:cNvPr id="3" name="Marcador de posición de imagen 9">
            <a:extLst>
              <a:ext uri="{FF2B5EF4-FFF2-40B4-BE49-F238E27FC236}">
                <a16:creationId xmlns:a16="http://schemas.microsoft.com/office/drawing/2014/main" id="{383AEF07-8A35-AAB6-45F8-5E48C7D09C4A}"/>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rcRect/>
            <a:stretch>
              <a:fillRect b="-21410"/>
            </a:stretch>
          </a:blipFill>
        </p:spPr>
        <p:txBody>
          <a:bodyPr vert="horz" wrap="square" lIns="91440" tIns="45720" rIns="91440" bIns="45720" rtlCol="0">
            <a:noAutofit/>
          </a:bodyPr>
          <a:lstStyle>
            <a:lvl1pPr marL="0" indent="0">
              <a:buNone/>
              <a:defRPr lang="en-US" dirty="0"/>
            </a:lvl1pPr>
          </a:lstStyle>
          <a:p>
            <a:pPr marL="0" lvl="0" indent="0" rtl="0">
              <a:buNone/>
            </a:pPr>
            <a:r>
              <a:rPr lang="es"/>
              <a:t>   </a:t>
            </a:r>
          </a:p>
        </p:txBody>
      </p:sp>
      <p:sp>
        <p:nvSpPr>
          <p:cNvPr id="8" name="Marcador de contenido 7">
            <a:extLst>
              <a:ext uri="{FF2B5EF4-FFF2-40B4-BE49-F238E27FC236}">
                <a16:creationId xmlns:a16="http://schemas.microsoft.com/office/drawing/2014/main" id="{6E0D00CE-C191-6DE5-9D82-7EFB59BC3739}"/>
              </a:ext>
            </a:extLst>
          </p:cNvPr>
          <p:cNvSpPr>
            <a:spLocks noGrp="1"/>
          </p:cNvSpPr>
          <p:nvPr>
            <p:ph sz="quarter" idx="14"/>
          </p:nvPr>
        </p:nvSpPr>
        <p:spPr>
          <a:xfrm>
            <a:off x="8889055" y="3316224"/>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rtlCol="0"/>
          <a:lstStyle/>
          <a:p>
            <a:pPr rtl="0"/>
            <a:endParaRPr lang="en-US" dirty="0"/>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rtlCol="0"/>
          <a:lstStyle>
            <a:lvl1pPr>
              <a:defRPr>
                <a:solidFill>
                  <a:schemeClr val="tx1"/>
                </a:solidFill>
                <a:effectLst/>
              </a:defRPr>
            </a:lvl1pPr>
          </a:lstStyle>
          <a:p>
            <a:pPr rtl="0"/>
            <a:r>
              <a:rPr lang="en-US"/>
              <a:t>14/11/2025</a:t>
            </a:r>
            <a:endParaRPr lang="en-US" dirty="0"/>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18654080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ido con imagen 10">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5697" y="1255776"/>
            <a:ext cx="2699254" cy="1858941"/>
          </a:xfrm>
        </p:spPr>
        <p:txBody>
          <a:bodyPr rtlCol="0" anchor="b"/>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6E0D00CE-C191-6DE5-9D82-7EFB59BC3739}"/>
              </a:ext>
            </a:extLst>
          </p:cNvPr>
          <p:cNvSpPr>
            <a:spLocks noGrp="1"/>
          </p:cNvSpPr>
          <p:nvPr>
            <p:ph sz="quarter" idx="14"/>
          </p:nvPr>
        </p:nvSpPr>
        <p:spPr>
          <a:xfrm>
            <a:off x="616691" y="3276600"/>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1404460" cy="365125"/>
          </a:xfrm>
        </p:spPr>
        <p:txBody>
          <a:bodyPr rtlCol="0"/>
          <a:lstStyle/>
          <a:p>
            <a:pPr rtl="0"/>
            <a:endParaRPr lang="en-US" dirty="0"/>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p:spPr>
        <p:txBody>
          <a:bodyPr rtlCol="0"/>
          <a:lstStyle>
            <a:lvl1pPr>
              <a:defRPr>
                <a:solidFill>
                  <a:schemeClr val="tx1"/>
                </a:solidFill>
                <a:effectLst/>
              </a:defRPr>
            </a:lvl1pPr>
          </a:lstStyle>
          <a:p>
            <a:pPr rtl="0"/>
            <a:r>
              <a:rPr lang="en-US"/>
              <a:t>14/11/2025</a:t>
            </a:r>
            <a:endParaRPr lang="en-US" dirty="0"/>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p:spPr>
        <p:txBody>
          <a:bodyPr rtlCol="0"/>
          <a:lstStyle/>
          <a:p>
            <a:pPr rtl="0"/>
            <a:fld id="{AEAA3239-9EA4-4A65-A281-97F994456D9F}" type="slidenum">
              <a:rPr lang="en-US" smtClean="0"/>
              <a:t>‹Nº›</a:t>
            </a:fld>
            <a:endParaRPr lang="en-US"/>
          </a:p>
        </p:txBody>
      </p:sp>
      <p:sp>
        <p:nvSpPr>
          <p:cNvPr id="3" name="Marcador de posición de imagen 9">
            <a:extLst>
              <a:ext uri="{FF2B5EF4-FFF2-40B4-BE49-F238E27FC236}">
                <a16:creationId xmlns:a16="http://schemas.microsoft.com/office/drawing/2014/main" id="{04B5D02A-F714-34FE-3DF8-3C84AB1C5A2D}"/>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rcRect/>
            <a:stretch>
              <a:fillRect b="-21410"/>
            </a:stretch>
          </a:blipFill>
        </p:spPr>
        <p:txBody>
          <a:bodyPr vert="horz" wrap="square" lIns="91440" tIns="45720" rIns="91440" bIns="45720" rtlCol="0">
            <a:noAutofit/>
          </a:bodyPr>
          <a:lstStyle>
            <a:lvl1pPr marL="0" indent="0">
              <a:buNone/>
              <a:defRPr lang="en-US" dirty="0"/>
            </a:lvl1pPr>
          </a:lstStyle>
          <a:p>
            <a:pPr marL="0" lvl="0" indent="0" rtl="0">
              <a:buNone/>
            </a:pPr>
            <a:r>
              <a:rPr lang="es"/>
              <a:t>   </a:t>
            </a:r>
          </a:p>
        </p:txBody>
      </p:sp>
    </p:spTree>
    <p:extLst>
      <p:ext uri="{BB962C8B-B14F-4D97-AF65-F5344CB8AC3E}">
        <p14:creationId xmlns:p14="http://schemas.microsoft.com/office/powerpoint/2010/main" val="16706477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ido con imagen 1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6" y="5012268"/>
            <a:ext cx="4019522" cy="1127275"/>
          </a:xfrm>
        </p:spPr>
        <p:txBody>
          <a:bodyPr rtlCol="0" anchor="t">
            <a:normAutofit/>
          </a:bodyPr>
          <a:lstStyle>
            <a:lvl1pPr>
              <a:defRPr sz="2800"/>
            </a:lvl1pPr>
          </a:lstStyle>
          <a:p>
            <a:pPr rtl="0"/>
            <a:r>
              <a:rPr lang="es"/>
              <a:t>Haga clic para modificar el estilo de título del patrón</a:t>
            </a:r>
            <a:endParaRPr lang="en-US" dirty="0"/>
          </a:p>
        </p:txBody>
      </p:sp>
      <p:sp>
        <p:nvSpPr>
          <p:cNvPr id="3" name="Marcador de posición de imagen 10">
            <a:extLst>
              <a:ext uri="{FF2B5EF4-FFF2-40B4-BE49-F238E27FC236}">
                <a16:creationId xmlns:a16="http://schemas.microsoft.com/office/drawing/2014/main" id="{57836329-0E33-400A-F13A-F2FE36C0C9BB}"/>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rcRect/>
            <a:stretch>
              <a:fillRect t="-22922" b="-40162"/>
            </a:stretch>
          </a:blipFill>
        </p:spPr>
        <p:txBody>
          <a:bodyPr vert="horz" lIns="91440" tIns="45720" rIns="91440" bIns="45720" rtlCol="0">
            <a:normAutofit/>
          </a:bodyPr>
          <a:lstStyle>
            <a:lvl1pPr marL="0" indent="0">
              <a:buNone/>
              <a:defRPr lang="en-US" dirty="0"/>
            </a:lvl1pPr>
          </a:lstStyle>
          <a:p>
            <a:pPr marL="0" lvl="0" indent="0" rtl="0">
              <a:buNone/>
            </a:pPr>
            <a:r>
              <a:rPr lang="es"/>
              <a:t>   </a:t>
            </a:r>
          </a:p>
        </p:txBody>
      </p:sp>
      <p:sp>
        <p:nvSpPr>
          <p:cNvPr id="8" name="Marcador de contenido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426391" cy="124157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endParaRPr lang="en-US"/>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14/11/2025</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22065592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ido con imagen 1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6" y="3880757"/>
            <a:ext cx="3044954" cy="2245126"/>
          </a:xfrm>
        </p:spPr>
        <p:txBody>
          <a:bodyPr rtlCol="0" anchor="t">
            <a:normAutofit/>
          </a:bodyPr>
          <a:lstStyle>
            <a:lvl1pPr>
              <a:defRPr sz="2800"/>
            </a:lvl1pPr>
          </a:lstStyle>
          <a:p>
            <a:pPr rtl="0"/>
            <a:r>
              <a:rPr lang="es"/>
              <a:t>Haga clic para modificar el estilo de título del patrón</a:t>
            </a:r>
            <a:endParaRPr lang="en-US" dirty="0"/>
          </a:p>
        </p:txBody>
      </p:sp>
      <p:sp>
        <p:nvSpPr>
          <p:cNvPr id="3" name="Marcador de posición de imagen 10">
            <a:extLst>
              <a:ext uri="{FF2B5EF4-FFF2-40B4-BE49-F238E27FC236}">
                <a16:creationId xmlns:a16="http://schemas.microsoft.com/office/drawing/2014/main" id="{D7DC0BD7-459D-5085-1D07-C780387A4825}"/>
              </a:ext>
            </a:extLst>
          </p:cNvPr>
          <p:cNvSpPr>
            <a:spLocks noGrp="1"/>
          </p:cNvSpPr>
          <p:nvPr>
            <p:ph type="pic" sz="quarter" idx="13" hasCustomPrompt="1"/>
          </p:nvPr>
        </p:nvSpPr>
        <p:spPr>
          <a:xfrm>
            <a:off x="-1" y="0"/>
            <a:ext cx="12192000" cy="3443331"/>
          </a:xfrm>
          <a:blipFill>
            <a:blip r:embed="rId2">
              <a:alphaModFix amt="70000"/>
              <a:extLst>
                <a:ext uri="{28A0092B-C50C-407E-A947-70E740481C1C}">
                  <a14:useLocalDpi xmlns:a14="http://schemas.microsoft.com/office/drawing/2010/main" val="0"/>
                </a:ext>
              </a:extLst>
            </a:blip>
            <a:srcRect/>
            <a:stretch>
              <a:fillRect t="-35408" b="-100760"/>
            </a:stretch>
          </a:blipFill>
        </p:spPr>
        <p:txBody>
          <a:bodyPr vert="horz" lIns="91440" tIns="45720" rIns="91440" bIns="45720" rtlCol="0">
            <a:normAutofit/>
          </a:bodyPr>
          <a:lstStyle>
            <a:lvl1pPr marL="0" indent="0">
              <a:buNone/>
              <a:defRPr lang="en-US" dirty="0"/>
            </a:lvl1pPr>
          </a:lstStyle>
          <a:p>
            <a:pPr marL="0" lvl="0" indent="0" rtl="0">
              <a:buNone/>
            </a:pPr>
            <a:r>
              <a:rPr lang="es"/>
              <a:t>   </a:t>
            </a:r>
          </a:p>
        </p:txBody>
      </p:sp>
      <p:sp>
        <p:nvSpPr>
          <p:cNvPr id="8" name="Marcador de contenido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7"/>
            <a:ext cx="7460029" cy="244384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endParaRPr lang="en-US" dirty="0"/>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14/11/2025</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33043268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ido con imagen 1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09600" y="707477"/>
            <a:ext cx="3021873" cy="1773540"/>
          </a:xfrm>
        </p:spPr>
        <p:txBody>
          <a:bodyPr rtlCol="0" anchor="t">
            <a:normAutofit/>
          </a:bodyPr>
          <a:lstStyle>
            <a:lvl1pPr>
              <a:defRPr sz="2800"/>
            </a:lvl1pPr>
          </a:lstStyle>
          <a:p>
            <a:pPr rtl="0"/>
            <a:r>
              <a:rPr lang="es"/>
              <a:t>Haga clic para modificar el estilo de título del patrón</a:t>
            </a:r>
            <a:endParaRPr lang="en-US" dirty="0"/>
          </a:p>
        </p:txBody>
      </p:sp>
      <p:sp>
        <p:nvSpPr>
          <p:cNvPr id="8" name="Marcador de contenido 7">
            <a:extLst>
              <a:ext uri="{FF2B5EF4-FFF2-40B4-BE49-F238E27FC236}">
                <a16:creationId xmlns:a16="http://schemas.microsoft.com/office/drawing/2014/main" id="{C3D15418-1E32-0501-0E66-54FC2DD08E39}"/>
              </a:ext>
            </a:extLst>
          </p:cNvPr>
          <p:cNvSpPr>
            <a:spLocks noGrp="1"/>
          </p:cNvSpPr>
          <p:nvPr>
            <p:ph sz="quarter" idx="14"/>
          </p:nvPr>
        </p:nvSpPr>
        <p:spPr>
          <a:xfrm>
            <a:off x="4122370" y="707476"/>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p:spPr>
        <p:txBody>
          <a:bodyPr rtlCol="0"/>
          <a:lstStyle/>
          <a:p>
            <a:pPr rtl="0"/>
            <a:endParaRPr lang="en-US" dirty="0"/>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p:spPr>
        <p:txBody>
          <a:bodyPr rtlCol="0"/>
          <a:lstStyle/>
          <a:p>
            <a:pPr rtl="0"/>
            <a:r>
              <a:rPr lang="en-US"/>
              <a:t>14/11/2025</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p:spPr>
        <p:txBody>
          <a:bodyPr rtlCol="0"/>
          <a:lstStyle/>
          <a:p>
            <a:pPr rtl="0"/>
            <a:fld id="{AEAA3239-9EA4-4A65-A281-97F994456D9F}" type="slidenum">
              <a:rPr lang="en-US" smtClean="0"/>
              <a:t>‹Nº›</a:t>
            </a:fld>
            <a:endParaRPr lang="en-US"/>
          </a:p>
        </p:txBody>
      </p:sp>
      <p:sp>
        <p:nvSpPr>
          <p:cNvPr id="3" name="Marcador de posición de imagen 3">
            <a:extLst>
              <a:ext uri="{FF2B5EF4-FFF2-40B4-BE49-F238E27FC236}">
                <a16:creationId xmlns:a16="http://schemas.microsoft.com/office/drawing/2014/main" id="{1501FC78-A6D6-12B6-70F0-49D93B570A08}"/>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70000"/>
              <a:extLst>
                <a:ext uri="{28A0092B-C50C-407E-A947-70E740481C1C}">
                  <a14:useLocalDpi xmlns:a14="http://schemas.microsoft.com/office/drawing/2010/main" val="0"/>
                </a:ext>
              </a:extLst>
            </a:blip>
            <a:srcRect/>
            <a:stretch>
              <a:fillRect t="-35408" b="-100760"/>
            </a:stretch>
          </a:blipFill>
        </p:spPr>
        <p:txBody>
          <a:bodyPr vert="horz" lIns="91440" tIns="45720" rIns="91440" bIns="45720" rtlCol="0">
            <a:normAutofit/>
          </a:bodyPr>
          <a:lstStyle>
            <a:lvl1pPr marL="0" indent="0">
              <a:buNone/>
              <a:defRPr lang="en-US" dirty="0"/>
            </a:lvl1pPr>
          </a:lstStyle>
          <a:p>
            <a:pPr marL="0" lvl="0" indent="0" rtl="0">
              <a:buNone/>
            </a:pPr>
            <a:r>
              <a:rPr lang="es"/>
              <a:t>   </a:t>
            </a:r>
          </a:p>
        </p:txBody>
      </p:sp>
    </p:spTree>
    <p:extLst>
      <p:ext uri="{BB962C8B-B14F-4D97-AF65-F5344CB8AC3E}">
        <p14:creationId xmlns:p14="http://schemas.microsoft.com/office/powerpoint/2010/main" val="35834911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ido con imagen 1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858883" cy="932688"/>
          </a:xfrm>
        </p:spPr>
        <p:txBody>
          <a:bodyPr rtlCol="0" anchor="b"/>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07755DB3-9272-8E5E-039F-AC14A2C07898}"/>
              </a:ext>
            </a:extLst>
          </p:cNvPr>
          <p:cNvSpPr>
            <a:spLocks noGrp="1"/>
          </p:cNvSpPr>
          <p:nvPr>
            <p:ph sz="quarter" idx="14"/>
          </p:nvPr>
        </p:nvSpPr>
        <p:spPr>
          <a:xfrm>
            <a:off x="612648" y="1634258"/>
            <a:ext cx="4485564" cy="469234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3" name="Marcador de posición de imagen 11">
            <a:extLst>
              <a:ext uri="{FF2B5EF4-FFF2-40B4-BE49-F238E27FC236}">
                <a16:creationId xmlns:a16="http://schemas.microsoft.com/office/drawing/2014/main" id="{A17B8882-7E44-2F43-5379-0CB256DAFA7D}"/>
              </a:ext>
            </a:extLst>
          </p:cNvPr>
          <p:cNvSpPr>
            <a:spLocks noGrp="1"/>
          </p:cNvSpPr>
          <p:nvPr>
            <p:ph type="pic" sz="quarter" idx="13" hasCustomPrompt="1"/>
          </p:nvPr>
        </p:nvSpPr>
        <p:spPr>
          <a:xfrm>
            <a:off x="5658927" y="1713653"/>
            <a:ext cx="5812603" cy="4423879"/>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rcRect/>
            <a:stretch>
              <a:fillRect t="-982" b="-30410"/>
            </a:stretch>
          </a:blipFill>
        </p:spPr>
        <p:txBody>
          <a:bodyPr vert="horz" wrap="square" lIns="91440" tIns="45720" rIns="91440" bIns="45720" rtlCol="0">
            <a:noAutofit/>
          </a:bodyPr>
          <a:lstStyle>
            <a:lvl1pPr>
              <a:buNone/>
              <a:defRPr lang="en-US" dirty="0"/>
            </a:lvl1pPr>
          </a:lstStyle>
          <a:p>
            <a:pPr marL="228600" lvl="0" indent="-228600" rtl="0"/>
            <a:r>
              <a:rPr lang="es"/>
              <a:t>   </a:t>
            </a:r>
          </a:p>
        </p:txBody>
      </p:sp>
      <p:sp>
        <p:nvSpPr>
          <p:cNvPr id="9" name="Marcador de pie de página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055525" cy="365125"/>
          </a:xfrm>
        </p:spPr>
        <p:txBody>
          <a:bodyPr rtlCol="0"/>
          <a:lstStyle/>
          <a:p>
            <a:pPr rtl="0"/>
            <a:endParaRPr lang="en-US" dirty="0"/>
          </a:p>
        </p:txBody>
      </p:sp>
      <p:sp>
        <p:nvSpPr>
          <p:cNvPr id="4" name="Marcador de fecha 3">
            <a:extLst>
              <a:ext uri="{FF2B5EF4-FFF2-40B4-BE49-F238E27FC236}">
                <a16:creationId xmlns:a16="http://schemas.microsoft.com/office/drawing/2014/main" id="{9F3CAD5B-18BB-E21E-3A4C-7BAACB8519A4}"/>
              </a:ext>
            </a:extLst>
          </p:cNvPr>
          <p:cNvSpPr>
            <a:spLocks noGrp="1"/>
          </p:cNvSpPr>
          <p:nvPr>
            <p:ph type="dt" sz="half" idx="15"/>
          </p:nvPr>
        </p:nvSpPr>
        <p:spPr>
          <a:xfrm>
            <a:off x="3232969" y="6343955"/>
            <a:ext cx="1449697" cy="365125"/>
          </a:xfrm>
        </p:spPr>
        <p:txBody>
          <a:bodyPr rtlCol="0"/>
          <a:lstStyle/>
          <a:p>
            <a:pPr rtl="0"/>
            <a:r>
              <a:rPr lang="en-US"/>
              <a:t>14/11/2025</a:t>
            </a:r>
            <a:endParaRPr lang="en-US" dirty="0"/>
          </a:p>
        </p:txBody>
      </p:sp>
      <p:sp>
        <p:nvSpPr>
          <p:cNvPr id="10" name="Marcador de número de diapositiva 9">
            <a:extLst>
              <a:ext uri="{FF2B5EF4-FFF2-40B4-BE49-F238E27FC236}">
                <a16:creationId xmlns:a16="http://schemas.microsoft.com/office/drawing/2014/main" id="{BBDEAB8E-8806-A459-E320-4CA2B455BFD7}"/>
              </a:ext>
            </a:extLst>
          </p:cNvPr>
          <p:cNvSpPr>
            <a:spLocks noGrp="1"/>
          </p:cNvSpPr>
          <p:nvPr>
            <p:ph type="sldNum" sz="quarter" idx="17"/>
          </p:nvPr>
        </p:nvSpPr>
        <p:spPr>
          <a:xfrm>
            <a:off x="4682667" y="6343955"/>
            <a:ext cx="443060" cy="365125"/>
          </a:xfrm>
        </p:spPr>
        <p:txBody>
          <a:bodyPr rtlCol="0"/>
          <a:lstStyle/>
          <a:p>
            <a:pPr rtl="0"/>
            <a:fld id="{AEAA3239-9EA4-4A65-A281-97F994456D9F}" type="slidenum">
              <a:rPr lang="en-US" smtClean="0"/>
              <a:t>‹Nº›</a:t>
            </a:fld>
            <a:endParaRPr lang="en-US" dirty="0"/>
          </a:p>
        </p:txBody>
      </p:sp>
    </p:spTree>
    <p:extLst>
      <p:ext uri="{BB962C8B-B14F-4D97-AF65-F5344CB8AC3E}">
        <p14:creationId xmlns:p14="http://schemas.microsoft.com/office/powerpoint/2010/main" val="90882377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ido con imagen 15">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rtlCol="0" anchor="b"/>
          <a:lstStyle/>
          <a:p>
            <a:pPr rtl="0"/>
            <a:r>
              <a:rPr lang="es"/>
              <a:t>Haga clic para modificar el estilo de título del patrón</a:t>
            </a:r>
            <a:endParaRPr lang="en-US" dirty="0"/>
          </a:p>
        </p:txBody>
      </p:sp>
      <p:sp>
        <p:nvSpPr>
          <p:cNvPr id="8" name="Marcador de contenido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637269" cy="4207695"/>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3" name="Marcador de posición de imagen 5">
            <a:extLst>
              <a:ext uri="{FF2B5EF4-FFF2-40B4-BE49-F238E27FC236}">
                <a16:creationId xmlns:a16="http://schemas.microsoft.com/office/drawing/2014/main" id="{FABF300C-BF63-0C2D-E92E-2743CCEAA124}"/>
              </a:ext>
            </a:extLst>
          </p:cNvPr>
          <p:cNvSpPr>
            <a:spLocks noGrp="1"/>
          </p:cNvSpPr>
          <p:nvPr>
            <p:ph type="pic" sz="quarter" idx="13" hasCustomPrompt="1"/>
          </p:nvPr>
        </p:nvSpPr>
        <p:spPr>
          <a:xfrm>
            <a:off x="5737861" y="1929756"/>
            <a:ext cx="5741992" cy="4207696"/>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a:blip r:embed="rId2">
              <a:alphaModFix amt="70000"/>
              <a:extLst>
                <a:ext uri="{28A0092B-C50C-407E-A947-70E740481C1C}">
                  <a14:useLocalDpi xmlns:a14="http://schemas.microsoft.com/office/drawing/2010/main" val="0"/>
                </a:ext>
              </a:extLst>
            </a:blip>
            <a:srcRect/>
            <a:stretch>
              <a:fillRect t="-982" b="-30410"/>
            </a:stretch>
          </a:blipFill>
        </p:spPr>
        <p:txBody>
          <a:bodyPr vert="horz" wrap="square" lIns="91440" tIns="45720" rIns="91440" bIns="45720" rtlCol="0">
            <a:noAutofit/>
          </a:bodyPr>
          <a:lstStyle>
            <a:lvl1pPr>
              <a:buNone/>
              <a:defRPr lang="en-US" dirty="0"/>
            </a:lvl1pPr>
          </a:lstStyle>
          <a:p>
            <a:pPr marL="228600" lvl="0" indent="-228600" rtl="0"/>
            <a:r>
              <a:rPr lang="es"/>
              <a:t>   </a:t>
            </a:r>
          </a:p>
        </p:txBody>
      </p:sp>
      <p:sp>
        <p:nvSpPr>
          <p:cNvPr id="9" name="Marcador de pie de página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rtlCol="0"/>
          <a:lstStyle/>
          <a:p>
            <a:pPr rtl="0"/>
            <a:endParaRPr lang="en-US" dirty="0"/>
          </a:p>
        </p:txBody>
      </p:sp>
      <p:sp>
        <p:nvSpPr>
          <p:cNvPr id="4" name="Marcador de fecha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rtlCol="0"/>
          <a:lstStyle/>
          <a:p>
            <a:pPr rtl="0"/>
            <a:r>
              <a:rPr lang="en-US"/>
              <a:t>14/11/2025</a:t>
            </a:r>
            <a:endParaRPr lang="en-US" dirty="0"/>
          </a:p>
        </p:txBody>
      </p:sp>
      <p:sp>
        <p:nvSpPr>
          <p:cNvPr id="10" name="Marcador de número de diapositiva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rtlCol="0"/>
          <a:lstStyle/>
          <a:p>
            <a:pPr rtl="0"/>
            <a:fld id="{AEAA3239-9EA4-4A65-A281-97F994456D9F}" type="slidenum">
              <a:rPr lang="en-US" smtClean="0"/>
              <a:t>‹Nº›</a:t>
            </a:fld>
            <a:endParaRPr lang="en-US" dirty="0"/>
          </a:p>
        </p:txBody>
      </p:sp>
    </p:spTree>
    <p:extLst>
      <p:ext uri="{BB962C8B-B14F-4D97-AF65-F5344CB8AC3E}">
        <p14:creationId xmlns:p14="http://schemas.microsoft.com/office/powerpoint/2010/main" val="221227334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ido con imagen 16">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7" y="557784"/>
            <a:ext cx="10969753" cy="932688"/>
          </a:xfrm>
        </p:spPr>
        <p:txBody>
          <a:bodyPr rtlCol="0" anchor="b"/>
          <a:lstStyle/>
          <a:p>
            <a:pPr rtl="0"/>
            <a:r>
              <a:rPr lang="es"/>
              <a:t>Haga clic para modificar el estilo de título del patrón</a:t>
            </a:r>
            <a:endParaRPr lang="en-US" dirty="0"/>
          </a:p>
        </p:txBody>
      </p:sp>
      <p:sp>
        <p:nvSpPr>
          <p:cNvPr id="3" name="Marcador de posición de imagen 11">
            <a:extLst>
              <a:ext uri="{FF2B5EF4-FFF2-40B4-BE49-F238E27FC236}">
                <a16:creationId xmlns:a16="http://schemas.microsoft.com/office/drawing/2014/main" id="{540328D1-2BDE-2F4E-1FEF-8164A6CEF95B}"/>
              </a:ext>
            </a:extLst>
          </p:cNvPr>
          <p:cNvSpPr>
            <a:spLocks noGrp="1"/>
          </p:cNvSpPr>
          <p:nvPr>
            <p:ph type="pic" sz="quarter" idx="13" hasCustomPrompt="1"/>
          </p:nvPr>
        </p:nvSpPr>
        <p:spPr>
          <a:xfrm>
            <a:off x="720468" y="1713653"/>
            <a:ext cx="5812603" cy="4423879"/>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rcRect/>
            <a:stretch>
              <a:fillRect t="-982" b="-30410"/>
            </a:stretch>
          </a:blipFill>
        </p:spPr>
        <p:txBody>
          <a:bodyPr vert="horz" wrap="square" lIns="91440" tIns="45720" rIns="91440" bIns="45720" rtlCol="0">
            <a:noAutofit/>
          </a:bodyPr>
          <a:lstStyle>
            <a:lvl1pPr>
              <a:buNone/>
              <a:defRPr lang="en-US" dirty="0"/>
            </a:lvl1pPr>
          </a:lstStyle>
          <a:p>
            <a:pPr marL="228600" lvl="0" indent="-228600" rtl="0"/>
            <a:r>
              <a:rPr lang="es"/>
              <a:t>   </a:t>
            </a:r>
          </a:p>
        </p:txBody>
      </p:sp>
      <p:sp>
        <p:nvSpPr>
          <p:cNvPr id="8" name="Marcador de contenido 7">
            <a:extLst>
              <a:ext uri="{FF2B5EF4-FFF2-40B4-BE49-F238E27FC236}">
                <a16:creationId xmlns:a16="http://schemas.microsoft.com/office/drawing/2014/main" id="{07755DB3-9272-8E5E-039F-AC14A2C07898}"/>
              </a:ext>
            </a:extLst>
          </p:cNvPr>
          <p:cNvSpPr>
            <a:spLocks noGrp="1"/>
          </p:cNvSpPr>
          <p:nvPr>
            <p:ph sz="quarter" idx="14"/>
          </p:nvPr>
        </p:nvSpPr>
        <p:spPr>
          <a:xfrm>
            <a:off x="7103255" y="1627632"/>
            <a:ext cx="4479145" cy="469234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9" name="Marcador de pie de página 8">
            <a:extLst>
              <a:ext uri="{FF2B5EF4-FFF2-40B4-BE49-F238E27FC236}">
                <a16:creationId xmlns:a16="http://schemas.microsoft.com/office/drawing/2014/main" id="{820916D3-99FA-E971-607F-14E290E58854}"/>
              </a:ext>
            </a:extLst>
          </p:cNvPr>
          <p:cNvSpPr>
            <a:spLocks noGrp="1"/>
          </p:cNvSpPr>
          <p:nvPr>
            <p:ph type="ftr" sz="quarter" idx="16"/>
          </p:nvPr>
        </p:nvSpPr>
        <p:spPr>
          <a:xfrm>
            <a:off x="7103254" y="6343955"/>
            <a:ext cx="2144113" cy="365125"/>
          </a:xfrm>
        </p:spPr>
        <p:txBody>
          <a:bodyPr rtlCol="0"/>
          <a:lstStyle/>
          <a:p>
            <a:pPr rtl="0"/>
            <a:endParaRPr lang="en-US" dirty="0"/>
          </a:p>
        </p:txBody>
      </p:sp>
      <p:sp>
        <p:nvSpPr>
          <p:cNvPr id="4" name="Marcador de fecha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p:spPr>
        <p:txBody>
          <a:bodyPr rtlCol="0"/>
          <a:lstStyle/>
          <a:p>
            <a:pPr rtl="0"/>
            <a:r>
              <a:rPr lang="en-US"/>
              <a:t>14/11/2025</a:t>
            </a:r>
            <a:endParaRPr lang="en-US" dirty="0"/>
          </a:p>
        </p:txBody>
      </p:sp>
      <p:sp>
        <p:nvSpPr>
          <p:cNvPr id="10" name="Marcador de número de diapositiva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p:spPr>
        <p:txBody>
          <a:bodyPr rtlCol="0"/>
          <a:lstStyle/>
          <a:p>
            <a:pPr rtl="0"/>
            <a:fld id="{AEAA3239-9EA4-4A65-A281-97F994456D9F}" type="slidenum">
              <a:rPr lang="en-US" smtClean="0"/>
              <a:t>‹Nº›</a:t>
            </a:fld>
            <a:endParaRPr lang="en-US" dirty="0"/>
          </a:p>
        </p:txBody>
      </p:sp>
    </p:spTree>
    <p:extLst>
      <p:ext uri="{BB962C8B-B14F-4D97-AF65-F5344CB8AC3E}">
        <p14:creationId xmlns:p14="http://schemas.microsoft.com/office/powerpoint/2010/main" val="292361243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ido con imagen 17">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rtlCol="0" anchor="t">
            <a:normAutofit/>
          </a:bodyPr>
          <a:lstStyle>
            <a:lvl1pPr>
              <a:defRPr sz="2800"/>
            </a:lvl1pPr>
          </a:lstStyle>
          <a:p>
            <a:pPr rtl="0"/>
            <a:r>
              <a:rPr lang="es"/>
              <a:t>Haga clic para modificar el estilo de título del patrón</a:t>
            </a:r>
            <a:endParaRPr lang="en-US" dirty="0"/>
          </a:p>
        </p:txBody>
      </p:sp>
      <p:sp>
        <p:nvSpPr>
          <p:cNvPr id="3" name="Marcador de posición de imagen 10">
            <a:extLst>
              <a:ext uri="{FF2B5EF4-FFF2-40B4-BE49-F238E27FC236}">
                <a16:creationId xmlns:a16="http://schemas.microsoft.com/office/drawing/2014/main" id="{C36A4B8D-8D2D-46AE-10C0-1E415128B437}"/>
              </a:ext>
            </a:extLst>
          </p:cNvPr>
          <p:cNvSpPr>
            <a:spLocks noGrp="1"/>
          </p:cNvSpPr>
          <p:nvPr>
            <p:ph type="pic" sz="quarter" idx="13" hasCustomPrompt="1"/>
          </p:nvPr>
        </p:nvSpPr>
        <p:spPr>
          <a:xfrm>
            <a:off x="720468" y="2173850"/>
            <a:ext cx="4564763" cy="3963682"/>
          </a:xfrm>
          <a:blipFill>
            <a:blip r:embed="rId2">
              <a:alphaModFix amt="70000"/>
              <a:extLst>
                <a:ext uri="{28A0092B-C50C-407E-A947-70E740481C1C}">
                  <a14:useLocalDpi xmlns:a14="http://schemas.microsoft.com/office/drawing/2010/main" val="0"/>
                </a:ext>
              </a:extLst>
            </a:blip>
            <a:srcRect/>
            <a:stretch>
              <a:fillRect t="-744" b="-14420"/>
            </a:stretch>
          </a:blipFill>
        </p:spPr>
        <p:txBody>
          <a:bodyPr vert="horz" wrap="square" lIns="91440" tIns="45720" rIns="91440" bIns="45720" rtlCol="0">
            <a:noAutofit/>
          </a:bodyPr>
          <a:lstStyle>
            <a:lvl1pPr marL="0" indent="0">
              <a:buNone/>
              <a:defRPr lang="en-US" dirty="0"/>
            </a:lvl1pPr>
          </a:lstStyle>
          <a:p>
            <a:pPr marL="0" lvl="0" indent="0" rtl="0">
              <a:buNone/>
            </a:pPr>
            <a:r>
              <a:rPr lang="es"/>
              <a:t>   </a:t>
            </a:r>
          </a:p>
        </p:txBody>
      </p:sp>
      <p:sp>
        <p:nvSpPr>
          <p:cNvPr id="8" name="Marcador de contenido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endParaRPr lang="en-US"/>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14/11/2025</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30983535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ido con imagen 18">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7" y="709098"/>
            <a:ext cx="3696859" cy="1316347"/>
          </a:xfrm>
        </p:spPr>
        <p:txBody>
          <a:bodyPr rtlCol="0" anchor="t">
            <a:normAutofit/>
          </a:bodyPr>
          <a:lstStyle>
            <a:lvl1pPr>
              <a:defRPr sz="2800"/>
            </a:lvl1pPr>
          </a:lstStyle>
          <a:p>
            <a:pPr rtl="0"/>
            <a:r>
              <a:rPr lang="es"/>
              <a:t>Haga clic para modificar el estilo de título del patrón</a:t>
            </a:r>
            <a:endParaRPr lang="en-US" dirty="0"/>
          </a:p>
        </p:txBody>
      </p:sp>
      <p:sp>
        <p:nvSpPr>
          <p:cNvPr id="3" name="Marcador de posición de imagen 10">
            <a:extLst>
              <a:ext uri="{FF2B5EF4-FFF2-40B4-BE49-F238E27FC236}">
                <a16:creationId xmlns:a16="http://schemas.microsoft.com/office/drawing/2014/main" id="{67D17DED-A899-B45E-0D05-D78D282CEC8E}"/>
              </a:ext>
            </a:extLst>
          </p:cNvPr>
          <p:cNvSpPr>
            <a:spLocks noGrp="1"/>
          </p:cNvSpPr>
          <p:nvPr>
            <p:ph type="pic" sz="quarter" idx="13" hasCustomPrompt="1"/>
          </p:nvPr>
        </p:nvSpPr>
        <p:spPr>
          <a:xfrm>
            <a:off x="731521" y="2295145"/>
            <a:ext cx="3540760" cy="3853758"/>
          </a:xfrm>
          <a:blipFill>
            <a:blip r:embed="rId2">
              <a:alphaModFix amt="70000"/>
              <a:extLst>
                <a:ext uri="{28A0092B-C50C-407E-A947-70E740481C1C}">
                  <a14:useLocalDpi xmlns:a14="http://schemas.microsoft.com/office/drawing/2010/main" val="0"/>
                </a:ext>
              </a:extLst>
            </a:blip>
            <a:srcRect/>
            <a:stretch>
              <a:fillRect l="-4420" r="-4420"/>
            </a:stretch>
          </a:blipFill>
        </p:spPr>
        <p:txBody>
          <a:bodyPr vert="horz" wrap="square" lIns="91440" tIns="45720" rIns="91440" bIns="45720" rtlCol="0">
            <a:noAutofit/>
          </a:bodyPr>
          <a:lstStyle>
            <a:lvl1pPr marL="0" indent="0">
              <a:buNone/>
              <a:defRPr lang="en-US" dirty="0"/>
            </a:lvl1pPr>
          </a:lstStyle>
          <a:p>
            <a:pPr marL="0" lvl="0" indent="0" rtl="0">
              <a:buNone/>
            </a:pPr>
            <a:r>
              <a:rPr lang="es"/>
              <a:t>   </a:t>
            </a:r>
          </a:p>
        </p:txBody>
      </p:sp>
      <p:sp>
        <p:nvSpPr>
          <p:cNvPr id="8" name="Marcador de contenido 7">
            <a:extLst>
              <a:ext uri="{FF2B5EF4-FFF2-40B4-BE49-F238E27FC236}">
                <a16:creationId xmlns:a16="http://schemas.microsoft.com/office/drawing/2014/main" id="{83F7B03F-5EDA-605B-1A2E-F48896E48939}"/>
              </a:ext>
            </a:extLst>
          </p:cNvPr>
          <p:cNvSpPr>
            <a:spLocks noGrp="1"/>
          </p:cNvSpPr>
          <p:nvPr>
            <p:ph sz="quarter" idx="14"/>
          </p:nvPr>
        </p:nvSpPr>
        <p:spPr>
          <a:xfrm>
            <a:off x="4933150" y="586358"/>
            <a:ext cx="6644488" cy="5562546"/>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endParaRPr lang="en-US"/>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14/11/2025</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364823686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úmero grande">
    <p:bg>
      <p:bgPr>
        <a:solidFill>
          <a:schemeClr val="tx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56306E-B77F-CE22-FA8C-F08F17B5E9B4}"/>
              </a:ext>
            </a:extLst>
          </p:cNvPr>
          <p:cNvSpPr>
            <a:spLocks noGrp="1"/>
          </p:cNvSpPr>
          <p:nvPr>
            <p:ph type="title"/>
          </p:nvPr>
        </p:nvSpPr>
        <p:spPr>
          <a:xfrm>
            <a:off x="1219199" y="4495801"/>
            <a:ext cx="9762068" cy="1447800"/>
          </a:xfrm>
        </p:spPr>
        <p:txBody>
          <a:bodyPr rtlCol="0" anchor="ctr">
            <a:normAutofit/>
          </a:bodyPr>
          <a:lstStyle>
            <a:lvl1pPr algn="ctr">
              <a:lnSpc>
                <a:spcPct val="110000"/>
              </a:lnSpc>
              <a:defRPr sz="2800" b="0" cap="none" baseline="0">
                <a:solidFill>
                  <a:schemeClr val="bg2"/>
                </a:solidFill>
                <a:latin typeface="+mn-lt"/>
              </a:defRPr>
            </a:lvl1pPr>
          </a:lstStyle>
          <a:p>
            <a:pPr rtl="0"/>
            <a:r>
              <a:rPr lang="es"/>
              <a:t>Haga clic para modificar el estilo de título del patrón</a:t>
            </a:r>
          </a:p>
        </p:txBody>
      </p:sp>
      <p:sp>
        <p:nvSpPr>
          <p:cNvPr id="7" name="Marcador de contenido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3783105"/>
          </a:xfrm>
        </p:spPr>
        <p:txBody>
          <a:bodyPr rtlCol="0" anchor="b">
            <a:normAutofit/>
          </a:bodyPr>
          <a:lstStyle>
            <a:lvl1pPr marL="0" indent="0" algn="ctr">
              <a:lnSpc>
                <a:spcPct val="90000"/>
              </a:lnSpc>
              <a:buNone/>
              <a:defRPr sz="22500" b="1">
                <a:solidFill>
                  <a:schemeClr val="accent1"/>
                </a:solidFill>
                <a:latin typeface="+mj-lt"/>
              </a:defRPr>
            </a:lvl1pPr>
          </a:lstStyle>
          <a:p>
            <a:pPr lvl="0" rtl="0"/>
            <a:r>
              <a:rPr lang="es"/>
              <a:t>## %</a:t>
            </a:r>
          </a:p>
        </p:txBody>
      </p:sp>
      <p:sp>
        <p:nvSpPr>
          <p:cNvPr id="4" name="Marcador de pie de página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lvl1pPr>
              <a:defRPr>
                <a:solidFill>
                  <a:schemeClr val="bg2"/>
                </a:solidFill>
              </a:defRPr>
            </a:lvl1pPr>
          </a:lstStyle>
          <a:p>
            <a:pPr rtl="0"/>
            <a:endParaRPr lang="en-US">
              <a:solidFill>
                <a:schemeClr val="bg2"/>
              </a:solidFill>
            </a:endParaRPr>
          </a:p>
        </p:txBody>
      </p:sp>
      <p:sp>
        <p:nvSpPr>
          <p:cNvPr id="3" name="Marcador de fecha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lvl1pPr>
              <a:defRPr>
                <a:solidFill>
                  <a:schemeClr val="bg2"/>
                </a:solidFill>
              </a:defRPr>
            </a:lvl1pPr>
          </a:lstStyle>
          <a:p>
            <a:pPr rtl="0"/>
            <a:r>
              <a:rPr lang="en-US"/>
              <a:t>14/11/2025</a:t>
            </a:r>
          </a:p>
        </p:txBody>
      </p:sp>
      <p:sp>
        <p:nvSpPr>
          <p:cNvPr id="5" name="Marcador de número de diapositiva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bg2"/>
                </a:solidFill>
              </a:defRPr>
            </a:lvl1pPr>
          </a:lstStyle>
          <a:p>
            <a:pPr rtl="0"/>
            <a:fld id="{AEAA3239-9EA4-4A65-A281-97F994456D9F}" type="slidenum">
              <a:rPr lang="en-US" smtClean="0"/>
              <a:pPr rtl="0"/>
              <a:t>‹Nº›</a:t>
            </a:fld>
            <a:endParaRPr lang="en-US"/>
          </a:p>
        </p:txBody>
      </p:sp>
    </p:spTree>
    <p:extLst>
      <p:ext uri="{BB962C8B-B14F-4D97-AF65-F5344CB8AC3E}">
        <p14:creationId xmlns:p14="http://schemas.microsoft.com/office/powerpoint/2010/main" val="122021384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úmero grande 2">
    <p:bg>
      <p:bgPr>
        <a:solidFill>
          <a:schemeClr val="accent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56306E-B77F-CE22-FA8C-F08F17B5E9B4}"/>
              </a:ext>
            </a:extLst>
          </p:cNvPr>
          <p:cNvSpPr>
            <a:spLocks noGrp="1"/>
          </p:cNvSpPr>
          <p:nvPr>
            <p:ph type="title"/>
          </p:nvPr>
        </p:nvSpPr>
        <p:spPr>
          <a:xfrm>
            <a:off x="1219199" y="5105400"/>
            <a:ext cx="9762068" cy="1083733"/>
          </a:xfrm>
        </p:spPr>
        <p:txBody>
          <a:bodyPr rtlCol="0" anchor="ctr">
            <a:normAutofit/>
          </a:bodyPr>
          <a:lstStyle>
            <a:lvl1pPr algn="ctr">
              <a:lnSpc>
                <a:spcPct val="110000"/>
              </a:lnSpc>
              <a:defRPr sz="2600" b="1">
                <a:solidFill>
                  <a:schemeClr val="bg2"/>
                </a:solidFill>
                <a:latin typeface="+mn-lt"/>
              </a:defRPr>
            </a:lvl1pPr>
          </a:lstStyle>
          <a:p>
            <a:pPr rtl="0"/>
            <a:r>
              <a:rPr lang="es"/>
              <a:t>Haga clic para modificar el estilo de título del patrón</a:t>
            </a:r>
          </a:p>
        </p:txBody>
      </p:sp>
      <p:sp>
        <p:nvSpPr>
          <p:cNvPr id="7" name="Marcador de contenido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219198" y="787401"/>
            <a:ext cx="9753603" cy="4470400"/>
          </a:xfrm>
        </p:spPr>
        <p:txBody>
          <a:bodyPr rtlCol="0" anchor="b">
            <a:normAutofit/>
          </a:bodyPr>
          <a:lstStyle>
            <a:lvl1pPr marL="0" indent="0" algn="ctr">
              <a:lnSpc>
                <a:spcPct val="90000"/>
              </a:lnSpc>
              <a:buNone/>
              <a:defRPr sz="28000" b="0">
                <a:solidFill>
                  <a:schemeClr val="bg2"/>
                </a:solidFill>
                <a:latin typeface="+mj-lt"/>
              </a:defRPr>
            </a:lvl1pPr>
          </a:lstStyle>
          <a:p>
            <a:pPr lvl="0" rtl="0"/>
            <a:r>
              <a:rPr lang="es"/>
              <a:t>## %</a:t>
            </a:r>
          </a:p>
        </p:txBody>
      </p:sp>
      <p:sp>
        <p:nvSpPr>
          <p:cNvPr id="4" name="Marcador de pie de página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lvl1pPr>
              <a:defRPr>
                <a:solidFill>
                  <a:schemeClr val="bg2"/>
                </a:solidFill>
              </a:defRPr>
            </a:lvl1pPr>
          </a:lstStyle>
          <a:p>
            <a:pPr rtl="0"/>
            <a:endParaRPr lang="en-US">
              <a:solidFill>
                <a:schemeClr val="bg2"/>
              </a:solidFill>
            </a:endParaRPr>
          </a:p>
        </p:txBody>
      </p:sp>
      <p:sp>
        <p:nvSpPr>
          <p:cNvPr id="3" name="Marcador de fecha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lvl1pPr>
              <a:defRPr>
                <a:solidFill>
                  <a:schemeClr val="bg2"/>
                </a:solidFill>
              </a:defRPr>
            </a:lvl1pPr>
          </a:lstStyle>
          <a:p>
            <a:pPr rtl="0"/>
            <a:r>
              <a:rPr lang="en-US"/>
              <a:t>14/11/2025</a:t>
            </a:r>
          </a:p>
        </p:txBody>
      </p:sp>
      <p:sp>
        <p:nvSpPr>
          <p:cNvPr id="5" name="Marcador de número de diapositiva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bg2"/>
                </a:solidFill>
              </a:defRPr>
            </a:lvl1pPr>
          </a:lstStyle>
          <a:p>
            <a:pPr rtl="0"/>
            <a:fld id="{AEAA3239-9EA4-4A65-A281-97F994456D9F}" type="slidenum">
              <a:rPr lang="en-US" smtClean="0"/>
              <a:pPr rtl="0"/>
              <a:t>‹Nº›</a:t>
            </a:fld>
            <a:endParaRPr lang="en-US"/>
          </a:p>
        </p:txBody>
      </p:sp>
    </p:spTree>
    <p:extLst>
      <p:ext uri="{BB962C8B-B14F-4D97-AF65-F5344CB8AC3E}">
        <p14:creationId xmlns:p14="http://schemas.microsoft.com/office/powerpoint/2010/main" val="289619685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úmero grande 3">
    <p:bg>
      <p:bgPr>
        <a:solidFill>
          <a:schemeClr val="tx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56306E-B77F-CE22-FA8C-F08F17B5E9B4}"/>
              </a:ext>
            </a:extLst>
          </p:cNvPr>
          <p:cNvSpPr>
            <a:spLocks noGrp="1"/>
          </p:cNvSpPr>
          <p:nvPr>
            <p:ph type="title"/>
          </p:nvPr>
        </p:nvSpPr>
        <p:spPr>
          <a:xfrm>
            <a:off x="5181600" y="4419600"/>
            <a:ext cx="6400799" cy="1533939"/>
          </a:xfrm>
        </p:spPr>
        <p:txBody>
          <a:bodyPr rtlCol="0" anchor="b">
            <a:normAutofit/>
          </a:bodyPr>
          <a:lstStyle>
            <a:lvl1pPr algn="r">
              <a:lnSpc>
                <a:spcPct val="110000"/>
              </a:lnSpc>
              <a:defRPr sz="2600" b="0" cap="none" baseline="0">
                <a:solidFill>
                  <a:schemeClr val="bg2"/>
                </a:solidFill>
                <a:latin typeface="+mn-lt"/>
              </a:defRPr>
            </a:lvl1pPr>
          </a:lstStyle>
          <a:p>
            <a:pPr rtl="0"/>
            <a:r>
              <a:rPr lang="es"/>
              <a:t>Haga clic para modificar el estilo de título del patrón</a:t>
            </a:r>
          </a:p>
        </p:txBody>
      </p:sp>
      <p:sp>
        <p:nvSpPr>
          <p:cNvPr id="10" name="Marcador de contenido 9">
            <a:extLst>
              <a:ext uri="{FF2B5EF4-FFF2-40B4-BE49-F238E27FC236}">
                <a16:creationId xmlns:a16="http://schemas.microsoft.com/office/drawing/2014/main" id="{BFE6EFBF-8A82-45AE-3F94-327A00C8DDD1}"/>
              </a:ext>
            </a:extLst>
          </p:cNvPr>
          <p:cNvSpPr>
            <a:spLocks noGrp="1"/>
          </p:cNvSpPr>
          <p:nvPr>
            <p:ph sz="quarter" idx="14" hasCustomPrompt="1"/>
          </p:nvPr>
        </p:nvSpPr>
        <p:spPr>
          <a:xfrm>
            <a:off x="612647" y="457201"/>
            <a:ext cx="10963275" cy="3657600"/>
          </a:xfrm>
        </p:spPr>
        <p:txBody>
          <a:bodyPr rtlCol="0"/>
          <a:lstStyle>
            <a:lvl1pPr>
              <a:lnSpc>
                <a:spcPct val="90000"/>
              </a:lnSpc>
              <a:buNone/>
              <a:defRPr sz="22500" b="1">
                <a:solidFill>
                  <a:schemeClr val="accent1"/>
                </a:solidFill>
              </a:defRPr>
            </a:lvl1pPr>
          </a:lstStyle>
          <a:p>
            <a:pPr lvl="0" rtl="0"/>
            <a:r>
              <a:rPr lang="es"/>
              <a:t>##%</a:t>
            </a:r>
          </a:p>
        </p:txBody>
      </p:sp>
      <p:sp>
        <p:nvSpPr>
          <p:cNvPr id="4" name="Marcador de pie de página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lvl1pPr>
              <a:defRPr>
                <a:solidFill>
                  <a:schemeClr val="bg2"/>
                </a:solidFill>
              </a:defRPr>
            </a:lvl1pPr>
          </a:lstStyle>
          <a:p>
            <a:pPr rtl="0"/>
            <a:endParaRPr lang="en-US">
              <a:solidFill>
                <a:schemeClr val="bg2"/>
              </a:solidFill>
            </a:endParaRPr>
          </a:p>
        </p:txBody>
      </p:sp>
      <p:sp>
        <p:nvSpPr>
          <p:cNvPr id="3" name="Marcador de fecha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lvl1pPr>
              <a:defRPr>
                <a:solidFill>
                  <a:schemeClr val="bg2"/>
                </a:solidFill>
              </a:defRPr>
            </a:lvl1pPr>
          </a:lstStyle>
          <a:p>
            <a:pPr rtl="0"/>
            <a:r>
              <a:rPr lang="en-US"/>
              <a:t>14/11/2025</a:t>
            </a:r>
          </a:p>
        </p:txBody>
      </p:sp>
      <p:sp>
        <p:nvSpPr>
          <p:cNvPr id="5" name="Marcador de número de diapositiva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bg2"/>
                </a:solidFill>
              </a:defRPr>
            </a:lvl1pPr>
          </a:lstStyle>
          <a:p>
            <a:pPr rtl="0"/>
            <a:fld id="{AEAA3239-9EA4-4A65-A281-97F994456D9F}" type="slidenum">
              <a:rPr lang="en-US" smtClean="0"/>
              <a:pPr rtl="0"/>
              <a:t>‹Nº›</a:t>
            </a:fld>
            <a:endParaRPr lang="en-US"/>
          </a:p>
        </p:txBody>
      </p:sp>
    </p:spTree>
    <p:extLst>
      <p:ext uri="{BB962C8B-B14F-4D97-AF65-F5344CB8AC3E}">
        <p14:creationId xmlns:p14="http://schemas.microsoft.com/office/powerpoint/2010/main" val="151413860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úmero grande 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56306E-B77F-CE22-FA8C-F08F17B5E9B4}"/>
              </a:ext>
            </a:extLst>
          </p:cNvPr>
          <p:cNvSpPr>
            <a:spLocks noGrp="1"/>
          </p:cNvSpPr>
          <p:nvPr>
            <p:ph type="title"/>
          </p:nvPr>
        </p:nvSpPr>
        <p:spPr>
          <a:xfrm>
            <a:off x="2377440" y="5257800"/>
            <a:ext cx="7525512" cy="821267"/>
          </a:xfrm>
        </p:spPr>
        <p:txBody>
          <a:bodyPr rtlCol="0" anchor="ctr">
            <a:normAutofit/>
          </a:bodyPr>
          <a:lstStyle>
            <a:lvl1pPr algn="ctr">
              <a:lnSpc>
                <a:spcPct val="110000"/>
              </a:lnSpc>
              <a:defRPr sz="2000" b="0">
                <a:solidFill>
                  <a:schemeClr val="tx1"/>
                </a:solidFill>
                <a:latin typeface="+mn-lt"/>
              </a:defRPr>
            </a:lvl1pPr>
          </a:lstStyle>
          <a:p>
            <a:pPr rtl="0"/>
            <a:r>
              <a:rPr lang="es"/>
              <a:t>Haga clic para modificar el estilo de título del patrón</a:t>
            </a:r>
          </a:p>
        </p:txBody>
      </p:sp>
      <p:sp>
        <p:nvSpPr>
          <p:cNvPr id="7" name="Marcador de contenido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1066800"/>
            <a:ext cx="10543032" cy="4114800"/>
          </a:xfrm>
        </p:spPr>
        <p:txBody>
          <a:bodyPr rtlCol="0" anchor="b">
            <a:normAutofit/>
          </a:bodyPr>
          <a:lstStyle>
            <a:lvl1pPr marL="0" indent="0" algn="ctr">
              <a:lnSpc>
                <a:spcPct val="90000"/>
              </a:lnSpc>
              <a:buNone/>
              <a:defRPr sz="27800" b="1">
                <a:solidFill>
                  <a:schemeClr val="accent1"/>
                </a:solidFill>
                <a:latin typeface="+mj-lt"/>
              </a:defRPr>
            </a:lvl1pPr>
          </a:lstStyle>
          <a:p>
            <a:pPr lvl="0" rtl="0"/>
            <a:r>
              <a:rPr lang="es"/>
              <a:t>## %</a:t>
            </a:r>
          </a:p>
        </p:txBody>
      </p:sp>
      <p:sp>
        <p:nvSpPr>
          <p:cNvPr id="4" name="Marcador de pie de página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p>
            <a:pPr rtl="0"/>
            <a:endParaRPr lang="en-US"/>
          </a:p>
        </p:txBody>
      </p:sp>
      <p:sp>
        <p:nvSpPr>
          <p:cNvPr id="3" name="Marcador de fecha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p>
            <a:pPr rtl="0"/>
            <a:r>
              <a:rPr lang="en-US"/>
              <a:t>14/11/2025</a:t>
            </a:r>
          </a:p>
        </p:txBody>
      </p:sp>
      <p:sp>
        <p:nvSpPr>
          <p:cNvPr id="5" name="Marcador de número de diapositiva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94637439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Afirm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es"/>
              <a:t>Haga clic para modificar el estilo de título del patrón</a:t>
            </a:r>
            <a:endParaRPr lang="en-US" dirty="0"/>
          </a:p>
        </p:txBody>
      </p:sp>
      <p:sp>
        <p:nvSpPr>
          <p:cNvPr id="7" name="Marcador de conteni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7" y="641221"/>
            <a:ext cx="9521953" cy="5669280"/>
          </a:xfrm>
        </p:spPr>
        <p:txBody>
          <a:bodyPr rtlCol="0" anchor="ctr">
            <a:normAutofit/>
          </a:bodyPr>
          <a:lstStyle>
            <a:lvl1pPr marL="0" indent="0">
              <a:lnSpc>
                <a:spcPct val="90000"/>
              </a:lnSpc>
              <a:buNone/>
              <a:defRPr sz="6800" b="1" cap="all" baseline="0">
                <a:solidFill>
                  <a:schemeClr val="accent1"/>
                </a:solidFill>
              </a:defRPr>
            </a:lvl1pPr>
            <a:lvl2pPr marL="228600" indent="0">
              <a:lnSpc>
                <a:spcPct val="90000"/>
              </a:lnSpc>
              <a:buNone/>
              <a:defRPr sz="6800" b="1" cap="all" baseline="0">
                <a:solidFill>
                  <a:schemeClr val="accent1"/>
                </a:solidFill>
              </a:defRPr>
            </a:lvl2pPr>
            <a:lvl3pPr marL="457200" indent="0">
              <a:lnSpc>
                <a:spcPct val="90000"/>
              </a:lnSpc>
              <a:buNone/>
              <a:defRPr sz="6800" b="1" cap="all" baseline="0">
                <a:solidFill>
                  <a:schemeClr val="accent1"/>
                </a:solidFill>
              </a:defRPr>
            </a:lvl3pPr>
            <a:lvl4pPr marL="685800" indent="0">
              <a:lnSpc>
                <a:spcPct val="90000"/>
              </a:lnSpc>
              <a:buNone/>
              <a:defRPr sz="6800" b="1" cap="all" baseline="0">
                <a:solidFill>
                  <a:schemeClr val="accent1"/>
                </a:solidFill>
              </a:defRPr>
            </a:lvl4pPr>
            <a:lvl5pPr marL="914400" indent="0">
              <a:lnSpc>
                <a:spcPct val="90000"/>
              </a:lnSpc>
              <a:buNone/>
              <a:defRPr sz="6800" b="1" cap="all" baseline="0">
                <a:solidFill>
                  <a:schemeClr val="accent1"/>
                </a:solidFill>
              </a:defRPr>
            </a:lvl5pPr>
          </a:lstStyle>
          <a:p>
            <a:pPr lvl="0" rtl="0"/>
            <a:r>
              <a:rPr lang="es"/>
              <a:t>Haga clic para agregar una instrucción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pie de página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p>
            <a:pPr rtl="0"/>
            <a:endParaRPr lang="en-US"/>
          </a:p>
        </p:txBody>
      </p:sp>
      <p:sp>
        <p:nvSpPr>
          <p:cNvPr id="3" name="Marcador de fecha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n-US"/>
              <a:t>14/11/2025</a:t>
            </a:r>
          </a:p>
        </p:txBody>
      </p:sp>
      <p:sp>
        <p:nvSpPr>
          <p:cNvPr id="5" name="Marcador de número de diapositiva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115366271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Afirmación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es"/>
              <a:t>Haga clic para modificar el estilo de título del patrón</a:t>
            </a:r>
            <a:endParaRPr lang="en-US" dirty="0"/>
          </a:p>
        </p:txBody>
      </p:sp>
      <p:sp>
        <p:nvSpPr>
          <p:cNvPr id="7" name="Marcador de conteni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9293352" cy="4937760"/>
          </a:xfrm>
        </p:spPr>
        <p:txBody>
          <a:bodyPr rtlCol="0" anchor="t">
            <a:normAutofit/>
          </a:bodyPr>
          <a:lstStyle>
            <a:lvl1pPr marL="0" indent="0">
              <a:lnSpc>
                <a:spcPct val="90000"/>
              </a:lnSpc>
              <a:buNone/>
              <a:defRPr sz="6800" b="1" cap="all" baseline="0">
                <a:solidFill>
                  <a:schemeClr val="tx2"/>
                </a:solidFill>
              </a:defRPr>
            </a:lvl1pPr>
            <a:lvl2pPr marL="228600" indent="0">
              <a:lnSpc>
                <a:spcPct val="90000"/>
              </a:lnSpc>
              <a:buNone/>
              <a:defRPr sz="6600" b="1" cap="all" baseline="0">
                <a:solidFill>
                  <a:schemeClr val="tx2"/>
                </a:solidFill>
              </a:defRPr>
            </a:lvl2pPr>
            <a:lvl3pPr marL="457200" indent="0">
              <a:lnSpc>
                <a:spcPct val="90000"/>
              </a:lnSpc>
              <a:buNone/>
              <a:defRPr sz="6000" b="1" cap="all" baseline="0">
                <a:solidFill>
                  <a:schemeClr val="tx2"/>
                </a:solidFill>
              </a:defRPr>
            </a:lvl3pPr>
            <a:lvl4pPr marL="685800" indent="0">
              <a:lnSpc>
                <a:spcPct val="90000"/>
              </a:lnSpc>
              <a:buNone/>
              <a:defRPr sz="5400" b="1" cap="all" baseline="0">
                <a:solidFill>
                  <a:schemeClr val="tx2"/>
                </a:solidFill>
              </a:defRPr>
            </a:lvl4pPr>
            <a:lvl5pPr marL="914400" indent="0">
              <a:lnSpc>
                <a:spcPct val="90000"/>
              </a:lnSpc>
              <a:buNone/>
              <a:defRPr sz="4800" b="1" cap="all" baseline="0">
                <a:solidFill>
                  <a:schemeClr val="tx2"/>
                </a:solidFill>
              </a:defRPr>
            </a:lvl5pPr>
          </a:lstStyle>
          <a:p>
            <a:pPr lvl="0" rtl="0"/>
            <a:r>
              <a:rPr lang="es"/>
              <a:t>Haga clic para agregar una instrucción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pie de página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p>
            <a:pPr rtl="0"/>
            <a:endParaRPr lang="en-US"/>
          </a:p>
        </p:txBody>
      </p:sp>
      <p:sp>
        <p:nvSpPr>
          <p:cNvPr id="3" name="Marcador de fecha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n-US"/>
              <a:t>14/11/2025</a:t>
            </a:r>
          </a:p>
        </p:txBody>
      </p:sp>
      <p:sp>
        <p:nvSpPr>
          <p:cNvPr id="5" name="Marcador de número de diapositiva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186036497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Instrucción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es"/>
              <a:t>Haga clic para modificar el estilo de título del patrón</a:t>
            </a:r>
            <a:endParaRPr lang="en-US" dirty="0"/>
          </a:p>
        </p:txBody>
      </p:sp>
      <p:sp>
        <p:nvSpPr>
          <p:cNvPr id="7" name="Marcador de conteni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524000"/>
            <a:ext cx="9674352" cy="4785360"/>
          </a:xfrm>
        </p:spPr>
        <p:txBody>
          <a:bodyPr rtlCol="0" anchor="b">
            <a:normAutofit/>
          </a:bodyPr>
          <a:lstStyle>
            <a:lvl1pPr marL="0" indent="0">
              <a:lnSpc>
                <a:spcPct val="90000"/>
              </a:lnSpc>
              <a:buNone/>
              <a:defRPr sz="6000" b="1" cap="all" baseline="0">
                <a:solidFill>
                  <a:schemeClr val="accent1"/>
                </a:solidFill>
              </a:defRPr>
            </a:lvl1pPr>
            <a:lvl2pPr marL="228600" indent="0">
              <a:lnSpc>
                <a:spcPct val="90000"/>
              </a:lnSpc>
              <a:buNone/>
              <a:defRPr sz="5400" b="1" cap="all" baseline="0">
                <a:solidFill>
                  <a:schemeClr val="accent1"/>
                </a:solidFill>
              </a:defRPr>
            </a:lvl2pPr>
            <a:lvl3pPr marL="457200" indent="0">
              <a:lnSpc>
                <a:spcPct val="90000"/>
              </a:lnSpc>
              <a:buNone/>
              <a:defRPr sz="4800" b="1" cap="all" baseline="0">
                <a:solidFill>
                  <a:schemeClr val="accent1"/>
                </a:solidFill>
              </a:defRPr>
            </a:lvl3pPr>
            <a:lvl4pPr marL="685800" indent="0">
              <a:lnSpc>
                <a:spcPct val="90000"/>
              </a:lnSpc>
              <a:buNone/>
              <a:defRPr sz="4400" b="1" cap="all" baseline="0">
                <a:solidFill>
                  <a:schemeClr val="accent1"/>
                </a:solidFill>
              </a:defRPr>
            </a:lvl4pPr>
            <a:lvl5pPr marL="914400" indent="0">
              <a:lnSpc>
                <a:spcPct val="90000"/>
              </a:lnSpc>
              <a:buNone/>
              <a:defRPr sz="4000" b="1" cap="all" baseline="0">
                <a:solidFill>
                  <a:schemeClr val="accent1"/>
                </a:solidFill>
              </a:defRPr>
            </a:lvl5pPr>
          </a:lstStyle>
          <a:p>
            <a:pPr lvl="0" rtl="0"/>
            <a:r>
              <a:rPr lang="es"/>
              <a:t>Haga clic para agregar una instrucción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pie de página 3">
            <a:extLst>
              <a:ext uri="{FF2B5EF4-FFF2-40B4-BE49-F238E27FC236}">
                <a16:creationId xmlns:a16="http://schemas.microsoft.com/office/drawing/2014/main" id="{3D56E87B-2252-4382-E6E7-15A81BCC8029}"/>
              </a:ext>
            </a:extLst>
          </p:cNvPr>
          <p:cNvSpPr>
            <a:spLocks noGrp="1"/>
          </p:cNvSpPr>
          <p:nvPr>
            <p:ph type="ftr" sz="quarter" idx="11"/>
          </p:nvPr>
        </p:nvSpPr>
        <p:spPr>
          <a:xfrm>
            <a:off x="612647" y="6345936"/>
            <a:ext cx="2805405" cy="365125"/>
          </a:xfrm>
        </p:spPr>
        <p:txBody>
          <a:bodyPr rtlCol="0"/>
          <a:lstStyle/>
          <a:p>
            <a:pPr rtl="0"/>
            <a:endParaRPr lang="en-US"/>
          </a:p>
        </p:txBody>
      </p:sp>
      <p:sp>
        <p:nvSpPr>
          <p:cNvPr id="3" name="Marcador de fecha 2">
            <a:extLst>
              <a:ext uri="{FF2B5EF4-FFF2-40B4-BE49-F238E27FC236}">
                <a16:creationId xmlns:a16="http://schemas.microsoft.com/office/drawing/2014/main" id="{67F688C7-1128-9027-65E4-A17BBE7DDDF0}"/>
              </a:ext>
            </a:extLst>
          </p:cNvPr>
          <p:cNvSpPr>
            <a:spLocks noGrp="1"/>
          </p:cNvSpPr>
          <p:nvPr>
            <p:ph type="dt" sz="half" idx="10"/>
          </p:nvPr>
        </p:nvSpPr>
        <p:spPr>
          <a:xfrm>
            <a:off x="8893929" y="6345936"/>
            <a:ext cx="2202644" cy="365125"/>
          </a:xfrm>
        </p:spPr>
        <p:txBody>
          <a:bodyPr rtlCol="0"/>
          <a:lstStyle/>
          <a:p>
            <a:pPr rtl="0"/>
            <a:r>
              <a:rPr lang="en-US"/>
              <a:t>14/11/2025</a:t>
            </a:r>
          </a:p>
        </p:txBody>
      </p:sp>
      <p:sp>
        <p:nvSpPr>
          <p:cNvPr id="5" name="Marcador de número de diapositiva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5936"/>
            <a:ext cx="429207" cy="365125"/>
          </a:xfrm>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133750112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Instrucción 5">
    <p:bg>
      <p:bgPr>
        <a:solidFill>
          <a:schemeClr val="tx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es"/>
              <a:t>Haga clic para modificar el estilo de título del patrón</a:t>
            </a:r>
            <a:endParaRPr lang="en-US" dirty="0"/>
          </a:p>
        </p:txBody>
      </p:sp>
      <p:sp>
        <p:nvSpPr>
          <p:cNvPr id="7" name="Marcador de conteni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9" y="548640"/>
            <a:ext cx="9750552" cy="5090160"/>
          </a:xfrm>
        </p:spPr>
        <p:txBody>
          <a:bodyPr vert="horz" lIns="91440" tIns="45720" rIns="91440" bIns="45720" rtlCol="0" anchor="t">
            <a:noAutofit/>
          </a:bodyPr>
          <a:lstStyle>
            <a:lvl1pPr marL="0" indent="0">
              <a:lnSpc>
                <a:spcPct val="85000"/>
              </a:lnSpc>
              <a:buNone/>
              <a:defRPr lang="en-US" sz="7200" b="1" dirty="0">
                <a:solidFill>
                  <a:schemeClr val="bg2"/>
                </a:solidFill>
              </a:defRPr>
            </a:lvl1pPr>
            <a:lvl2pPr marL="228600" indent="0">
              <a:lnSpc>
                <a:spcPct val="85000"/>
              </a:lnSpc>
              <a:buNone/>
              <a:defRPr lang="en-US" sz="6600" b="1" dirty="0">
                <a:solidFill>
                  <a:schemeClr val="bg2"/>
                </a:solidFill>
              </a:defRPr>
            </a:lvl2pPr>
            <a:lvl3pPr marL="457200" indent="0">
              <a:lnSpc>
                <a:spcPct val="85000"/>
              </a:lnSpc>
              <a:buNone/>
              <a:defRPr lang="en-US" sz="6000" b="1" dirty="0">
                <a:solidFill>
                  <a:schemeClr val="bg2"/>
                </a:solidFill>
              </a:defRPr>
            </a:lvl3pPr>
            <a:lvl4pPr marL="685800" indent="0">
              <a:lnSpc>
                <a:spcPct val="85000"/>
              </a:lnSpc>
              <a:buNone/>
              <a:defRPr lang="en-US" sz="5400" b="1" dirty="0">
                <a:solidFill>
                  <a:schemeClr val="bg2"/>
                </a:solidFill>
              </a:defRPr>
            </a:lvl4pPr>
            <a:lvl5pPr marL="914400" indent="0">
              <a:lnSpc>
                <a:spcPct val="85000"/>
              </a:lnSpc>
              <a:buNone/>
              <a:defRPr lang="en-US" sz="4800" b="1" dirty="0">
                <a:solidFill>
                  <a:schemeClr val="bg2"/>
                </a:solidFill>
              </a:defRPr>
            </a:lvl5pPr>
          </a:lstStyle>
          <a:p>
            <a:pPr lvl="0" rtl="0"/>
            <a:r>
              <a:rPr lang="es"/>
              <a:t>Haga clic para agregar una instrucción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pie de página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lvl1pPr>
              <a:defRPr>
                <a:solidFill>
                  <a:schemeClr val="bg2"/>
                </a:solidFill>
              </a:defRPr>
            </a:lvl1pPr>
          </a:lstStyle>
          <a:p>
            <a:pPr rtl="0"/>
            <a:endParaRPr lang="en-US">
              <a:solidFill>
                <a:schemeClr val="bg2"/>
              </a:solidFill>
            </a:endParaRPr>
          </a:p>
        </p:txBody>
      </p:sp>
      <p:sp>
        <p:nvSpPr>
          <p:cNvPr id="3" name="Marcador de fecha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lvl1pPr>
              <a:defRPr>
                <a:solidFill>
                  <a:schemeClr val="bg2"/>
                </a:solidFill>
              </a:defRPr>
            </a:lvl1pPr>
          </a:lstStyle>
          <a:p>
            <a:pPr rtl="0"/>
            <a:r>
              <a:rPr lang="en-US"/>
              <a:t>14/11/2025</a:t>
            </a:r>
          </a:p>
        </p:txBody>
      </p:sp>
      <p:sp>
        <p:nvSpPr>
          <p:cNvPr id="5" name="Marcador de número de diapositiva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lvl1pPr>
              <a:defRPr>
                <a:solidFill>
                  <a:schemeClr val="bg2"/>
                </a:solidFill>
              </a:defRPr>
            </a:lvl1pPr>
          </a:lstStyle>
          <a:p>
            <a:pPr rtl="0"/>
            <a:fld id="{AEAA3239-9EA4-4A65-A281-97F994456D9F}" type="slidenum">
              <a:rPr lang="en-US" smtClean="0"/>
              <a:pPr rtl="0"/>
              <a:t>‹Nº›</a:t>
            </a:fld>
            <a:endParaRPr lang="en-US"/>
          </a:p>
        </p:txBody>
      </p:sp>
    </p:spTree>
    <p:extLst>
      <p:ext uri="{BB962C8B-B14F-4D97-AF65-F5344CB8AC3E}">
        <p14:creationId xmlns:p14="http://schemas.microsoft.com/office/powerpoint/2010/main" val="340432726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it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12FA0A-1F7B-DD41-ECED-02B60BC46B10}"/>
              </a:ext>
            </a:extLst>
          </p:cNvPr>
          <p:cNvSpPr>
            <a:spLocks noGrp="1"/>
          </p:cNvSpPr>
          <p:nvPr>
            <p:ph type="title" hasCustomPrompt="1"/>
          </p:nvPr>
        </p:nvSpPr>
        <p:spPr>
          <a:xfrm>
            <a:off x="612648" y="5029200"/>
            <a:ext cx="8988552" cy="640080"/>
          </a:xfrm>
        </p:spPr>
        <p:txBody>
          <a:bodyPr rtlCol="0" anchor="ctr">
            <a:normAutofit/>
          </a:bodyPr>
          <a:lstStyle>
            <a:lvl1pPr>
              <a:lnSpc>
                <a:spcPct val="120000"/>
              </a:lnSpc>
              <a:defRPr sz="2000" spc="0">
                <a:solidFill>
                  <a:schemeClr val="accent1"/>
                </a:solidFill>
                <a:latin typeface="+mn-lt"/>
              </a:defRPr>
            </a:lvl1pPr>
          </a:lstStyle>
          <a:p>
            <a:pPr rtl="0"/>
            <a:r>
              <a:rPr lang="es"/>
              <a:t>Autor de la cita</a:t>
            </a:r>
          </a:p>
        </p:txBody>
      </p:sp>
      <p:sp>
        <p:nvSpPr>
          <p:cNvPr id="7" name="Marcador de contenido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609599"/>
            <a:ext cx="8988553" cy="3744925"/>
          </a:xfrm>
        </p:spPr>
        <p:txBody>
          <a:bodyPr rtlCol="0" anchor="t">
            <a:normAutofit/>
          </a:bodyPr>
          <a:lstStyle>
            <a:lvl1pPr marL="164592" indent="-164592">
              <a:lnSpc>
                <a:spcPct val="85000"/>
              </a:lnSpc>
              <a:spcBef>
                <a:spcPts val="0"/>
              </a:spcBef>
              <a:buNone/>
              <a:defRPr sz="5400">
                <a:solidFill>
                  <a:schemeClr val="tx2"/>
                </a:solidFill>
                <a:latin typeface="+mj-lt"/>
              </a:defRPr>
            </a:lvl1pPr>
          </a:lstStyle>
          <a:p>
            <a:pPr lvl="0" rtl="0"/>
            <a:r>
              <a:rPr lang="es"/>
              <a:t>Haga clic para agregar una cita</a:t>
            </a:r>
          </a:p>
        </p:txBody>
      </p:sp>
      <p:sp>
        <p:nvSpPr>
          <p:cNvPr id="4" name="Marcador de pie de página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p>
            <a:pPr rtl="0"/>
            <a:endParaRPr lang="en-US"/>
          </a:p>
        </p:txBody>
      </p:sp>
      <p:sp>
        <p:nvSpPr>
          <p:cNvPr id="3" name="Marcador de fecha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p>
            <a:pPr rtl="0"/>
            <a:r>
              <a:rPr lang="en-US"/>
              <a:t>14/11/2025</a:t>
            </a:r>
          </a:p>
        </p:txBody>
      </p:sp>
      <p:sp>
        <p:nvSpPr>
          <p:cNvPr id="5" name="Marcador de número de diapositiva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271596640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ita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4955722"/>
            <a:ext cx="8863084" cy="669472"/>
          </a:xfrm>
        </p:spPr>
        <p:txBody>
          <a:bodyPr rtlCol="0" anchor="ctr">
            <a:normAutofit/>
          </a:bodyPr>
          <a:lstStyle>
            <a:lvl1pPr algn="r">
              <a:lnSpc>
                <a:spcPct val="120000"/>
              </a:lnSpc>
              <a:defRPr sz="2000" spc="0">
                <a:solidFill>
                  <a:schemeClr val="tx2"/>
                </a:solidFill>
                <a:latin typeface="+mn-lt"/>
              </a:defRPr>
            </a:lvl1pPr>
          </a:lstStyle>
          <a:p>
            <a:pPr rtl="0"/>
            <a:r>
              <a:rPr lang="es"/>
              <a:t>Autor de la cita</a:t>
            </a:r>
          </a:p>
        </p:txBody>
      </p:sp>
      <p:sp>
        <p:nvSpPr>
          <p:cNvPr id="7" name="Marcador de contenido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77008" y="1344168"/>
            <a:ext cx="8863085" cy="3532632"/>
          </a:xfrm>
        </p:spPr>
        <p:txBody>
          <a:bodyPr rtlCol="0" anchor="ctr">
            <a:normAutofit/>
          </a:bodyPr>
          <a:lstStyle>
            <a:lvl1pPr marL="164592" indent="-164592">
              <a:lnSpc>
                <a:spcPct val="85000"/>
              </a:lnSpc>
              <a:spcBef>
                <a:spcPts val="0"/>
              </a:spcBef>
              <a:buNone/>
              <a:defRPr sz="4800">
                <a:solidFill>
                  <a:schemeClr val="accent1"/>
                </a:solidFill>
                <a:latin typeface="+mj-lt"/>
              </a:defRPr>
            </a:lvl1pPr>
          </a:lstStyle>
          <a:p>
            <a:pPr lvl="0" rtl="0"/>
            <a:r>
              <a:rPr lang="es"/>
              <a:t>Haga clic para agregar una cita</a:t>
            </a:r>
          </a:p>
        </p:txBody>
      </p:sp>
      <p:sp>
        <p:nvSpPr>
          <p:cNvPr id="4" name="Marcador de pie de página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p>
            <a:pPr rtl="0"/>
            <a:endParaRPr lang="en-US"/>
          </a:p>
        </p:txBody>
      </p:sp>
      <p:sp>
        <p:nvSpPr>
          <p:cNvPr id="3" name="Marcador de fecha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p>
            <a:pPr rtl="0"/>
            <a:r>
              <a:rPr lang="en-US"/>
              <a:t>14/11/2025</a:t>
            </a:r>
          </a:p>
        </p:txBody>
      </p:sp>
      <p:sp>
        <p:nvSpPr>
          <p:cNvPr id="5" name="Marcador de número de diapositiva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67471714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ita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12FA0A-1F7B-DD41-ECED-02B60BC46B10}"/>
              </a:ext>
            </a:extLst>
          </p:cNvPr>
          <p:cNvSpPr>
            <a:spLocks noGrp="1"/>
          </p:cNvSpPr>
          <p:nvPr>
            <p:ph type="title" hasCustomPrompt="1"/>
          </p:nvPr>
        </p:nvSpPr>
        <p:spPr>
          <a:xfrm>
            <a:off x="3200400" y="4893733"/>
            <a:ext cx="6248400" cy="788610"/>
          </a:xfrm>
        </p:spPr>
        <p:txBody>
          <a:bodyPr rtlCol="0" anchor="ctr">
            <a:normAutofit/>
          </a:bodyPr>
          <a:lstStyle>
            <a:lvl1pPr algn="r">
              <a:lnSpc>
                <a:spcPct val="120000"/>
              </a:lnSpc>
              <a:defRPr sz="2000" b="1" spc="0">
                <a:solidFill>
                  <a:schemeClr val="accent1"/>
                </a:solidFill>
                <a:latin typeface="+mn-lt"/>
              </a:defRPr>
            </a:lvl1pPr>
          </a:lstStyle>
          <a:p>
            <a:pPr rtl="0"/>
            <a:r>
              <a:rPr lang="es"/>
              <a:t>Autor de la cita</a:t>
            </a:r>
          </a:p>
        </p:txBody>
      </p:sp>
      <p:sp>
        <p:nvSpPr>
          <p:cNvPr id="7" name="Marcador de contenido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388534"/>
            <a:ext cx="8836152" cy="3371246"/>
          </a:xfrm>
        </p:spPr>
        <p:txBody>
          <a:bodyPr rtlCol="0" anchor="ctr">
            <a:normAutofit/>
          </a:bodyPr>
          <a:lstStyle>
            <a:lvl1pPr marL="164592" indent="-164592">
              <a:lnSpc>
                <a:spcPct val="85000"/>
              </a:lnSpc>
              <a:spcBef>
                <a:spcPts val="0"/>
              </a:spcBef>
              <a:buNone/>
              <a:defRPr sz="5600">
                <a:latin typeface="+mj-lt"/>
              </a:defRPr>
            </a:lvl1pPr>
          </a:lstStyle>
          <a:p>
            <a:pPr lvl="0" rtl="0"/>
            <a:r>
              <a:rPr lang="es"/>
              <a:t>Haga clic para agregar una cita</a:t>
            </a:r>
          </a:p>
        </p:txBody>
      </p:sp>
      <p:sp>
        <p:nvSpPr>
          <p:cNvPr id="4" name="Marcador de pie de página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p>
            <a:pPr rtl="0"/>
            <a:endParaRPr lang="en-US"/>
          </a:p>
        </p:txBody>
      </p:sp>
      <p:sp>
        <p:nvSpPr>
          <p:cNvPr id="3" name="Marcador de fecha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p>
            <a:pPr rtl="0"/>
            <a:r>
              <a:rPr lang="en-US"/>
              <a:t>14/11/2025</a:t>
            </a:r>
          </a:p>
        </p:txBody>
      </p:sp>
      <p:sp>
        <p:nvSpPr>
          <p:cNvPr id="5" name="Marcador de número de diapositiva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18256885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Dos conteni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rtlCol="0" anchor="b"/>
          <a:lstStyle/>
          <a:p>
            <a:pPr rtl="0"/>
            <a:r>
              <a:rPr lang="es"/>
              <a:t>Haga clic para modificar el estilo de título del patrón</a:t>
            </a:r>
            <a:endParaRPr lang="en-US" dirty="0"/>
          </a:p>
        </p:txBody>
      </p:sp>
      <p:sp>
        <p:nvSpPr>
          <p:cNvPr id="4" name="Marcador de contenido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10" name="Marcador de contenido 9">
            <a:extLst>
              <a:ext uri="{FF2B5EF4-FFF2-40B4-BE49-F238E27FC236}">
                <a16:creationId xmlns:a16="http://schemas.microsoft.com/office/drawing/2014/main" id="{D54150AE-A7C6-D328-35D7-F5B840930E3B}"/>
              </a:ext>
            </a:extLst>
          </p:cNvPr>
          <p:cNvSpPr>
            <a:spLocks noGrp="1"/>
          </p:cNvSpPr>
          <p:nvPr>
            <p:ph sz="quarter" idx="16"/>
          </p:nvPr>
        </p:nvSpPr>
        <p:spPr>
          <a:xfrm>
            <a:off x="6278563" y="1825625"/>
            <a:ext cx="5075237" cy="4351338"/>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endParaRPr lang="en-US"/>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14/11/2025</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41357488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996308"/>
          </a:xfrm>
        </p:spPr>
        <p:txBody>
          <a:bodyPr rtlCol="0" anchor="b"/>
          <a:lstStyle/>
          <a:p>
            <a:pPr rtl="0"/>
            <a:r>
              <a:rPr lang="es"/>
              <a:t>Haga clic para modificar el estilo de título del patrón</a:t>
            </a:r>
            <a:endParaRPr lang="en-US" dirty="0"/>
          </a:p>
        </p:txBody>
      </p:sp>
      <p:sp>
        <p:nvSpPr>
          <p:cNvPr id="3" name="Marcador de texto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rtlCol="0"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
              <a:t>Haga clic para modificar los estilos de texto del patrón</a:t>
            </a:r>
          </a:p>
        </p:txBody>
      </p:sp>
      <p:sp>
        <p:nvSpPr>
          <p:cNvPr id="6" name="Marcador de contenido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5" name="Marcador de texto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rtlCol="0"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
              <a:t>Haga clic para modificar los estilos de texto del patrón</a:t>
            </a:r>
          </a:p>
        </p:txBody>
      </p:sp>
      <p:sp>
        <p:nvSpPr>
          <p:cNvPr id="12" name="Marcador de contenido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8" name="Marcador de pie de página 7">
            <a:extLst>
              <a:ext uri="{FF2B5EF4-FFF2-40B4-BE49-F238E27FC236}">
                <a16:creationId xmlns:a16="http://schemas.microsoft.com/office/drawing/2014/main" id="{949D76D8-9033-26CF-BF4C-AECCC685C177}"/>
              </a:ext>
            </a:extLst>
          </p:cNvPr>
          <p:cNvSpPr>
            <a:spLocks noGrp="1"/>
          </p:cNvSpPr>
          <p:nvPr>
            <p:ph type="ftr" sz="quarter" idx="11"/>
          </p:nvPr>
        </p:nvSpPr>
        <p:spPr/>
        <p:txBody>
          <a:bodyPr rtlCol="0"/>
          <a:lstStyle/>
          <a:p>
            <a:pPr rtl="0"/>
            <a:endParaRPr lang="en-US"/>
          </a:p>
        </p:txBody>
      </p:sp>
      <p:sp>
        <p:nvSpPr>
          <p:cNvPr id="7" name="Marcador de fecha 6">
            <a:extLst>
              <a:ext uri="{FF2B5EF4-FFF2-40B4-BE49-F238E27FC236}">
                <a16:creationId xmlns:a16="http://schemas.microsoft.com/office/drawing/2014/main" id="{4E3B3581-658A-8487-F9CB-E79F2BFF27E4}"/>
              </a:ext>
            </a:extLst>
          </p:cNvPr>
          <p:cNvSpPr>
            <a:spLocks noGrp="1"/>
          </p:cNvSpPr>
          <p:nvPr>
            <p:ph type="dt" sz="half" idx="10"/>
          </p:nvPr>
        </p:nvSpPr>
        <p:spPr/>
        <p:txBody>
          <a:bodyPr rtlCol="0"/>
          <a:lstStyle/>
          <a:p>
            <a:pPr rtl="0"/>
            <a:r>
              <a:rPr lang="en-US"/>
              <a:t>14/11/2025</a:t>
            </a:r>
          </a:p>
        </p:txBody>
      </p:sp>
      <p:sp>
        <p:nvSpPr>
          <p:cNvPr id="9" name="Marcador de número de diapositiva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14171614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6A9F42-7FF7-F803-C075-BC4968D35E34}"/>
              </a:ext>
            </a:extLst>
          </p:cNvPr>
          <p:cNvSpPr>
            <a:spLocks noGrp="1"/>
          </p:cNvSpPr>
          <p:nvPr>
            <p:ph type="title"/>
          </p:nvPr>
        </p:nvSpPr>
        <p:spPr>
          <a:xfrm>
            <a:off x="612648" y="524933"/>
            <a:ext cx="10963656" cy="1047835"/>
          </a:xfrm>
        </p:spPr>
        <p:txBody>
          <a:bodyPr rtlCol="0" anchor="t"/>
          <a:lstStyle/>
          <a:p>
            <a:pPr rtl="0"/>
            <a:r>
              <a:rPr lang="es"/>
              <a:t>Haga clic para modificar el estilo de título del patrón</a:t>
            </a:r>
            <a:endParaRPr lang="en-US" dirty="0"/>
          </a:p>
        </p:txBody>
      </p:sp>
      <p:sp>
        <p:nvSpPr>
          <p:cNvPr id="4" name="Marcador de pie de página 3">
            <a:extLst>
              <a:ext uri="{FF2B5EF4-FFF2-40B4-BE49-F238E27FC236}">
                <a16:creationId xmlns:a16="http://schemas.microsoft.com/office/drawing/2014/main" id="{6B968DDD-323F-89A1-84E3-DDBA626D9386}"/>
              </a:ext>
            </a:extLst>
          </p:cNvPr>
          <p:cNvSpPr>
            <a:spLocks noGrp="1"/>
          </p:cNvSpPr>
          <p:nvPr>
            <p:ph type="ftr" sz="quarter" idx="11"/>
          </p:nvPr>
        </p:nvSpPr>
        <p:spPr/>
        <p:txBody>
          <a:bodyPr rtlCol="0"/>
          <a:lstStyle/>
          <a:p>
            <a:pPr rtl="0"/>
            <a:endParaRPr lang="en-US"/>
          </a:p>
        </p:txBody>
      </p:sp>
      <p:sp>
        <p:nvSpPr>
          <p:cNvPr id="3" name="Marcador de fecha 2">
            <a:extLst>
              <a:ext uri="{FF2B5EF4-FFF2-40B4-BE49-F238E27FC236}">
                <a16:creationId xmlns:a16="http://schemas.microsoft.com/office/drawing/2014/main" id="{E89E8268-7232-2944-F1BD-399F9419B563}"/>
              </a:ext>
            </a:extLst>
          </p:cNvPr>
          <p:cNvSpPr>
            <a:spLocks noGrp="1"/>
          </p:cNvSpPr>
          <p:nvPr>
            <p:ph type="dt" sz="half" idx="10"/>
          </p:nvPr>
        </p:nvSpPr>
        <p:spPr/>
        <p:txBody>
          <a:bodyPr rtlCol="0"/>
          <a:lstStyle/>
          <a:p>
            <a:pPr rtl="0"/>
            <a:r>
              <a:rPr lang="en-US"/>
              <a:t>14/11/2025</a:t>
            </a:r>
          </a:p>
        </p:txBody>
      </p:sp>
      <p:sp>
        <p:nvSpPr>
          <p:cNvPr id="5" name="Marcador de número de diapositiva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27081767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Vacío">
    <p:spTree>
      <p:nvGrpSpPr>
        <p:cNvPr id="1" name=""/>
        <p:cNvGrpSpPr/>
        <p:nvPr/>
      </p:nvGrpSpPr>
      <p:grpSpPr>
        <a:xfrm>
          <a:off x="0" y="0"/>
          <a:ext cx="0" cy="0"/>
          <a:chOff x="0" y="0"/>
          <a:chExt cx="0" cy="0"/>
        </a:xfrm>
      </p:grpSpPr>
      <p:sp>
        <p:nvSpPr>
          <p:cNvPr id="3" name="Marcador de pie de página 2">
            <a:extLst>
              <a:ext uri="{FF2B5EF4-FFF2-40B4-BE49-F238E27FC236}">
                <a16:creationId xmlns:a16="http://schemas.microsoft.com/office/drawing/2014/main" id="{10EAA6C9-A7F3-19F1-D17C-A1D83FAF553F}"/>
              </a:ext>
            </a:extLst>
          </p:cNvPr>
          <p:cNvSpPr>
            <a:spLocks noGrp="1"/>
          </p:cNvSpPr>
          <p:nvPr>
            <p:ph type="ftr" sz="quarter" idx="11"/>
          </p:nvPr>
        </p:nvSpPr>
        <p:spPr/>
        <p:txBody>
          <a:bodyPr rtlCol="0"/>
          <a:lstStyle/>
          <a:p>
            <a:pPr rtl="0"/>
            <a:endParaRPr lang="en-US"/>
          </a:p>
        </p:txBody>
      </p:sp>
      <p:sp>
        <p:nvSpPr>
          <p:cNvPr id="2" name="Marcador de fecha 1">
            <a:extLst>
              <a:ext uri="{FF2B5EF4-FFF2-40B4-BE49-F238E27FC236}">
                <a16:creationId xmlns:a16="http://schemas.microsoft.com/office/drawing/2014/main" id="{49BC4D82-0182-501C-9231-46767680476E}"/>
              </a:ext>
            </a:extLst>
          </p:cNvPr>
          <p:cNvSpPr>
            <a:spLocks noGrp="1"/>
          </p:cNvSpPr>
          <p:nvPr>
            <p:ph type="dt" sz="half" idx="10"/>
          </p:nvPr>
        </p:nvSpPr>
        <p:spPr/>
        <p:txBody>
          <a:bodyPr rtlCol="0"/>
          <a:lstStyle/>
          <a:p>
            <a:pPr rtl="0"/>
            <a:r>
              <a:rPr lang="en-US"/>
              <a:t>14/11/2025</a:t>
            </a:r>
          </a:p>
        </p:txBody>
      </p:sp>
      <p:sp>
        <p:nvSpPr>
          <p:cNvPr id="4" name="Marcador de número de diapositiva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379424662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rtlCol="0" anchor="t">
            <a:normAutofit/>
          </a:bodyPr>
          <a:lstStyle>
            <a:lvl1pPr>
              <a:defRPr sz="2800"/>
            </a:lvl1pPr>
          </a:lstStyle>
          <a:p>
            <a:pPr rtl="0"/>
            <a:r>
              <a:rPr lang="es"/>
              <a:t>Haga clic para modificar el estilo de título del patrón</a:t>
            </a:r>
          </a:p>
        </p:txBody>
      </p:sp>
      <p:sp>
        <p:nvSpPr>
          <p:cNvPr id="4" name="Marcador de texto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590800"/>
            <a:ext cx="3595634" cy="3713584"/>
          </a:xfrm>
        </p:spPr>
        <p:txBody>
          <a:bodyPr rtlCol="0" anchor="t">
            <a:normAutofit/>
          </a:bodyPr>
          <a:lstStyle>
            <a:lvl1pPr marL="0" indent="0">
              <a:buNone/>
              <a:defRPr sz="16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
              <a:t>Haga clic para modificar los estilos de texto del patrón</a:t>
            </a:r>
          </a:p>
        </p:txBody>
      </p:sp>
      <p:sp>
        <p:nvSpPr>
          <p:cNvPr id="3" name="Marcador de contenido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dirty="0"/>
          </a:p>
        </p:txBody>
      </p:sp>
      <p:sp>
        <p:nvSpPr>
          <p:cNvPr id="6" name="Marcador de pie de página 5">
            <a:extLst>
              <a:ext uri="{FF2B5EF4-FFF2-40B4-BE49-F238E27FC236}">
                <a16:creationId xmlns:a16="http://schemas.microsoft.com/office/drawing/2014/main" id="{9C85A215-184B-2105-0279-ED02F6445831}"/>
              </a:ext>
            </a:extLst>
          </p:cNvPr>
          <p:cNvSpPr>
            <a:spLocks noGrp="1"/>
          </p:cNvSpPr>
          <p:nvPr>
            <p:ph type="ftr" sz="quarter" idx="11"/>
          </p:nvPr>
        </p:nvSpPr>
        <p:spPr/>
        <p:txBody>
          <a:bodyPr rtlCol="0"/>
          <a:lstStyle/>
          <a:p>
            <a:pPr rtl="0"/>
            <a:endParaRPr lang="en-US"/>
          </a:p>
        </p:txBody>
      </p:sp>
      <p:sp>
        <p:nvSpPr>
          <p:cNvPr id="5" name="Marcador de fecha 4">
            <a:extLst>
              <a:ext uri="{FF2B5EF4-FFF2-40B4-BE49-F238E27FC236}">
                <a16:creationId xmlns:a16="http://schemas.microsoft.com/office/drawing/2014/main" id="{93F05638-7A56-469A-825A-1DFA600254C8}"/>
              </a:ext>
            </a:extLst>
          </p:cNvPr>
          <p:cNvSpPr>
            <a:spLocks noGrp="1"/>
          </p:cNvSpPr>
          <p:nvPr>
            <p:ph type="dt" sz="half" idx="10"/>
          </p:nvPr>
        </p:nvSpPr>
        <p:spPr/>
        <p:txBody>
          <a:bodyPr rtlCol="0"/>
          <a:lstStyle/>
          <a:p>
            <a:pPr rtl="0"/>
            <a:r>
              <a:rPr lang="en-US"/>
              <a:t>14/11/2025</a:t>
            </a:r>
          </a:p>
        </p:txBody>
      </p:sp>
      <p:sp>
        <p:nvSpPr>
          <p:cNvPr id="7" name="Marcador de número de diapositiva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339089607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Imagen con ley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1762083"/>
          </a:xfrm>
        </p:spPr>
        <p:txBody>
          <a:bodyPr rtlCol="0" anchor="t">
            <a:normAutofit/>
          </a:bodyPr>
          <a:lstStyle>
            <a:lvl1pPr>
              <a:defRPr sz="2800"/>
            </a:lvl1pPr>
          </a:lstStyle>
          <a:p>
            <a:pPr rtl="0"/>
            <a:r>
              <a:rPr lang="es"/>
              <a:t>Haga clic para modificar el estilo de título del patrón</a:t>
            </a:r>
          </a:p>
        </p:txBody>
      </p:sp>
      <p:sp>
        <p:nvSpPr>
          <p:cNvPr id="4" name="Marcador de texto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rtlCol="0"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
              <a:t>Haga clic para modificar los estilos de texto del patrón</a:t>
            </a:r>
          </a:p>
        </p:txBody>
      </p:sp>
      <p:sp>
        <p:nvSpPr>
          <p:cNvPr id="8" name="Marcador de posición de imagen 2">
            <a:extLst>
              <a:ext uri="{FF2B5EF4-FFF2-40B4-BE49-F238E27FC236}">
                <a16:creationId xmlns:a16="http://schemas.microsoft.com/office/drawing/2014/main" id="{884D9E01-ABD0-4864-A612-B664E9C56CE1}"/>
              </a:ext>
            </a:extLst>
          </p:cNvPr>
          <p:cNvSpPr>
            <a:spLocks noGrp="1"/>
          </p:cNvSpPr>
          <p:nvPr>
            <p:ph type="pic" idx="1" hasCustomPrompt="1"/>
          </p:nvPr>
        </p:nvSpPr>
        <p:spPr>
          <a:xfrm>
            <a:off x="5029201" y="698756"/>
            <a:ext cx="6450920" cy="5442639"/>
          </a:xfrm>
          <a:blipFill>
            <a:blip r:embed="rId2">
              <a:alphaModFix amt="70000"/>
              <a:extLst>
                <a:ext uri="{28A0092B-C50C-407E-A947-70E740481C1C}">
                  <a14:useLocalDpi xmlns:a14="http://schemas.microsoft.com/office/drawing/2010/main" val="0"/>
                </a:ext>
              </a:extLst>
            </a:blip>
            <a:srcRect/>
            <a:stretch>
              <a:fillRect t="-238" b="-18288"/>
            </a:stretch>
          </a:blipFill>
        </p:spPr>
        <p:txBody>
          <a:bodyPr vert="horz" wrap="square" lIns="91440" tIns="45720" rIns="91440" bIns="45720" rtlCol="0">
            <a:noAutofit/>
          </a:bodyPr>
          <a:lstStyle>
            <a:lvl1pPr marL="0" indent="0">
              <a:buNone/>
              <a:defRPr lang="en-US" dirty="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lvl="0" indent="0" rtl="0">
              <a:buNone/>
            </a:pPr>
            <a:r>
              <a:rPr lang="es"/>
              <a:t>   </a:t>
            </a:r>
          </a:p>
        </p:txBody>
      </p:sp>
      <p:sp>
        <p:nvSpPr>
          <p:cNvPr id="6" name="Marcador de pie de página 5">
            <a:extLst>
              <a:ext uri="{FF2B5EF4-FFF2-40B4-BE49-F238E27FC236}">
                <a16:creationId xmlns:a16="http://schemas.microsoft.com/office/drawing/2014/main" id="{7FDC75DA-9A78-9AB9-7171-95A08CC51C56}"/>
              </a:ext>
            </a:extLst>
          </p:cNvPr>
          <p:cNvSpPr>
            <a:spLocks noGrp="1"/>
          </p:cNvSpPr>
          <p:nvPr>
            <p:ph type="ftr" sz="quarter" idx="11"/>
          </p:nvPr>
        </p:nvSpPr>
        <p:spPr/>
        <p:txBody>
          <a:bodyPr rtlCol="0"/>
          <a:lstStyle/>
          <a:p>
            <a:pPr rtl="0"/>
            <a:endParaRPr lang="en-US"/>
          </a:p>
        </p:txBody>
      </p:sp>
      <p:sp>
        <p:nvSpPr>
          <p:cNvPr id="5" name="Marcador de fecha 4">
            <a:extLst>
              <a:ext uri="{FF2B5EF4-FFF2-40B4-BE49-F238E27FC236}">
                <a16:creationId xmlns:a16="http://schemas.microsoft.com/office/drawing/2014/main" id="{920B235E-39C7-4C78-20EF-DB48ECD9CB90}"/>
              </a:ext>
            </a:extLst>
          </p:cNvPr>
          <p:cNvSpPr>
            <a:spLocks noGrp="1"/>
          </p:cNvSpPr>
          <p:nvPr>
            <p:ph type="dt" sz="half" idx="10"/>
          </p:nvPr>
        </p:nvSpPr>
        <p:spPr/>
        <p:txBody>
          <a:bodyPr rtlCol="0"/>
          <a:lstStyle/>
          <a:p>
            <a:pPr rtl="0"/>
            <a:r>
              <a:rPr lang="en-US"/>
              <a:t>14/11/2025</a:t>
            </a:r>
          </a:p>
        </p:txBody>
      </p:sp>
      <p:sp>
        <p:nvSpPr>
          <p:cNvPr id="7" name="Marcador de número de diapositiva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85859294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2648" y="548640"/>
            <a:ext cx="7159752" cy="1965960"/>
          </a:xfrm>
        </p:spPr>
        <p:txBody>
          <a:bodyPr rtlCol="0" anchor="t">
            <a:normAutofit/>
          </a:bodyPr>
          <a:lstStyle>
            <a:lvl1pPr>
              <a:defRPr sz="5400"/>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C7E1FCC9-2D1D-9C6B-8C9A-E3D0A77DBEF0}"/>
              </a:ext>
            </a:extLst>
          </p:cNvPr>
          <p:cNvSpPr>
            <a:spLocks noGrp="1"/>
          </p:cNvSpPr>
          <p:nvPr>
            <p:ph sz="quarter" idx="13"/>
          </p:nvPr>
        </p:nvSpPr>
        <p:spPr>
          <a:xfrm>
            <a:off x="612775" y="3352800"/>
            <a:ext cx="10972800" cy="2819400"/>
          </a:xfrm>
        </p:spPr>
        <p:txBody>
          <a:bodyPr rtlCol="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endParaRPr lang="en-US"/>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14/11/2025</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127427373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ón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2647" y="1447800"/>
            <a:ext cx="5483225" cy="2021538"/>
          </a:xfrm>
        </p:spPr>
        <p:txBody>
          <a:bodyPr rtlCol="0" anchor="b">
            <a:noAutofit/>
          </a:bodyPr>
          <a:lstStyle>
            <a:lvl1pPr>
              <a:defRPr sz="5400"/>
            </a:lvl1pPr>
          </a:lstStyle>
          <a:p>
            <a:pPr rtl="0"/>
            <a:r>
              <a:rPr lang="es"/>
              <a:t>Haga clic para modificar el estilo de título del patrón</a:t>
            </a:r>
          </a:p>
        </p:txBody>
      </p:sp>
      <p:sp>
        <p:nvSpPr>
          <p:cNvPr id="7" name="Marcador de contenido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5483225" cy="1608008"/>
          </a:xfrm>
        </p:spPr>
        <p:txBody>
          <a:bodyPr rtlCol="0">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endParaRPr lang="en-US"/>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14/11/2025</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423904755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75BFB69-9245-EC58-F1DE-FEB625BD336A}"/>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pPr rtl="0"/>
            <a:r>
              <a:rPr lang="es"/>
              <a:t>Haga clic para modificar el estilo de título del patrón</a:t>
            </a:r>
          </a:p>
        </p:txBody>
      </p:sp>
      <p:sp>
        <p:nvSpPr>
          <p:cNvPr id="3" name="Marcador de texto 2">
            <a:extLst>
              <a:ext uri="{FF2B5EF4-FFF2-40B4-BE49-F238E27FC236}">
                <a16:creationId xmlns:a16="http://schemas.microsoft.com/office/drawing/2014/main" id="{5516AFD5-5144-C460-0CA4-644BC4A93C02}"/>
              </a:ext>
            </a:extLst>
          </p:cNvPr>
          <p:cNvSpPr>
            <a:spLocks noGrp="1"/>
          </p:cNvSpPr>
          <p:nvPr>
            <p:ph type="body" idx="1"/>
          </p:nvPr>
        </p:nvSpPr>
        <p:spPr>
          <a:xfrm>
            <a:off x="612647" y="1629786"/>
            <a:ext cx="10963656" cy="4593828"/>
          </a:xfrm>
          <a:prstGeom prst="rect">
            <a:avLst/>
          </a:prstGeom>
        </p:spPr>
        <p:txBody>
          <a:bodyPr vert="horz" lIns="91440" tIns="45720" rIns="91440" bIns="45720" rtlCol="0">
            <a:normAutofit/>
          </a:body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pie de página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rtl="0">
              <a:defRPr sz="800">
                <a:solidFill>
                  <a:schemeClr val="tx1"/>
                </a:solidFill>
              </a:defRPr>
            </a:lvl1pPr>
          </a:lstStyle>
          <a:p>
            <a:pPr rtl="0"/>
            <a:endParaRPr lang="en-US" dirty="0"/>
          </a:p>
        </p:txBody>
      </p:sp>
      <p:sp>
        <p:nvSpPr>
          <p:cNvPr id="4" name="Marcador de fecha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800">
                <a:solidFill>
                  <a:schemeClr val="tx1"/>
                </a:solidFill>
              </a:defRPr>
            </a:lvl1pPr>
          </a:lstStyle>
          <a:p>
            <a:pPr rtl="0"/>
            <a:r>
              <a:rPr lang="en-US"/>
              <a:t>14/11/2025</a:t>
            </a:r>
            <a:endParaRPr lang="en-US" dirty="0"/>
          </a:p>
        </p:txBody>
      </p:sp>
      <p:sp>
        <p:nvSpPr>
          <p:cNvPr id="6" name="Marcador de número de diapositiva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rtl="0">
              <a:defRPr sz="800">
                <a:solidFill>
                  <a:schemeClr val="tx1"/>
                </a:solidFill>
              </a:defRPr>
            </a:lvl1pPr>
          </a:lstStyle>
          <a:p>
            <a:pPr rtl="0"/>
            <a:fld id="{AEAA3239-9EA4-4A65-A281-97F994456D9F}" type="slidenum">
              <a:rPr lang="en-US" smtClean="0"/>
              <a:pPr rtl="0"/>
              <a:t>‹Nº›</a:t>
            </a:fld>
            <a:endParaRPr lang="en-US"/>
          </a:p>
        </p:txBody>
      </p:sp>
    </p:spTree>
    <p:extLst>
      <p:ext uri="{BB962C8B-B14F-4D97-AF65-F5344CB8AC3E}">
        <p14:creationId xmlns:p14="http://schemas.microsoft.com/office/powerpoint/2010/main" val="6454554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Lst>
  <p:hf hdr="0"/>
  <p:txStyles>
    <p:titleStyle>
      <a:lvl1pPr algn="l" defTabSz="914400" rtl="0" eaLnBrk="1" latinLnBrk="0" hangingPunct="1">
        <a:lnSpc>
          <a:spcPct val="80000"/>
        </a:lnSpc>
        <a:spcBef>
          <a:spcPct val="0"/>
        </a:spcBef>
        <a:buNone/>
        <a:defRPr sz="2800" b="1" kern="1200" cap="all" spc="0" baseline="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3888" userDrawn="1">
          <p15:clr>
            <a:srgbClr val="F26B43"/>
          </p15:clr>
        </p15:guide>
        <p15:guide id="24" pos="3840" userDrawn="1">
          <p15:clr>
            <a:srgbClr val="F26B43"/>
          </p15:clr>
        </p15:guide>
        <p15:guide id="25" pos="7296" userDrawn="1">
          <p15:clr>
            <a:srgbClr val="F26B43"/>
          </p15:clr>
        </p15:guide>
        <p15:guide id="26" pos="3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6.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6.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6.xml"/><Relationship Id="rId4" Type="http://schemas.openxmlformats.org/officeDocument/2006/relationships/image" Target="../media/image10.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6.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6.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6.xm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3.png"/><Relationship Id="rId3" Type="http://schemas.openxmlformats.org/officeDocument/2006/relationships/image" Target="../media/image3.png"/><Relationship Id="rId7" Type="http://schemas.openxmlformats.org/officeDocument/2006/relationships/image" Target="../media/image17.png"/><Relationship Id="rId12" Type="http://schemas.openxmlformats.org/officeDocument/2006/relationships/image" Target="../media/image22.svg"/><Relationship Id="rId2" Type="http://schemas.openxmlformats.org/officeDocument/2006/relationships/notesSlide" Target="../notesSlides/notesSlide7.xml"/><Relationship Id="rId1" Type="http://schemas.openxmlformats.org/officeDocument/2006/relationships/slideLayout" Target="../slideLayouts/slideLayout46.xml"/><Relationship Id="rId6" Type="http://schemas.openxmlformats.org/officeDocument/2006/relationships/image" Target="../media/image16.sv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4.svg"/><Relationship Id="rId9" Type="http://schemas.openxmlformats.org/officeDocument/2006/relationships/image" Target="../media/image19.png"/><Relationship Id="rId14" Type="http://schemas.openxmlformats.org/officeDocument/2006/relationships/image" Target="../media/image24.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46.xml"/><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Marcador de contenido 7">
            <a:extLst>
              <a:ext uri="{FF2B5EF4-FFF2-40B4-BE49-F238E27FC236}">
                <a16:creationId xmlns:a16="http://schemas.microsoft.com/office/drawing/2014/main" id="{5B9DC870-3CD5-4842-9F53-82BB69AD70DA}"/>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Marcador de contenido 8" descr="A modern office environment featuring sleek desks with computers, collaborative workspaces, and subtle technology elements such as digital screens and abstract data patterns. The lighting is bright and professional, conveying innovation and efficiency. The composition allows for centered title overlay and maintains a premium business aesthetic. No visible or implied text, letters, or words should appear anywhere in the image">
            <a:extLst>
              <a:ext uri="{FF2B5EF4-FFF2-40B4-BE49-F238E27FC236}">
                <a16:creationId xmlns:a16="http://schemas.microsoft.com/office/drawing/2014/main" id="{FCDF9C2D-698E-4908-A645-4AA8E5B35DF4}"/>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5334000" y="0"/>
            <a:ext cx="6858000" cy="6858000"/>
          </a:xfrm>
          <a:prstGeom prst="rect">
            <a:avLst/>
          </a:prstGeom>
        </p:spPr>
      </p:pic>
      <p:sp>
        <p:nvSpPr>
          <p:cNvPr id="6" name="Marcador de fecha 5">
            <a:extLst>
              <a:ext uri="{FF2B5EF4-FFF2-40B4-BE49-F238E27FC236}">
                <a16:creationId xmlns:a16="http://schemas.microsoft.com/office/drawing/2014/main" id="{0AB4D7F3-8AB9-BDA3-2080-EC7A191D6567}"/>
              </a:ext>
            </a:extLst>
          </p:cNvPr>
          <p:cNvSpPr>
            <a:spLocks noGrp="1"/>
          </p:cNvSpPr>
          <p:nvPr>
            <p:ph type="dt" sz="half" idx="10"/>
          </p:nvPr>
        </p:nvSpPr>
        <p:spPr/>
        <p:txBody>
          <a:bodyPr/>
          <a:lstStyle/>
          <a:p>
            <a:pPr rtl="0"/>
            <a:endParaRPr lang="en-US" dirty="0"/>
          </a:p>
        </p:txBody>
      </p:sp>
      <p:sp>
        <p:nvSpPr>
          <p:cNvPr id="7" name="Marcador de número de diapositiva 6">
            <a:extLst>
              <a:ext uri="{FF2B5EF4-FFF2-40B4-BE49-F238E27FC236}">
                <a16:creationId xmlns:a16="http://schemas.microsoft.com/office/drawing/2014/main" id="{E1908AAB-401A-5897-389D-614E181F12FD}"/>
              </a:ext>
            </a:extLst>
          </p:cNvPr>
          <p:cNvSpPr>
            <a:spLocks noGrp="1"/>
          </p:cNvSpPr>
          <p:nvPr>
            <p:ph type="sldNum" sz="quarter" idx="12"/>
          </p:nvPr>
        </p:nvSpPr>
        <p:spPr/>
        <p:txBody>
          <a:bodyPr/>
          <a:lstStyle/>
          <a:p>
            <a:pPr rtl="0"/>
            <a:fld id="{AEAA3239-9EA4-4A65-A281-97F994456D9F}" type="slidenum">
              <a:rPr lang="en-US" smtClean="0"/>
              <a:t>1</a:t>
            </a:fld>
            <a:endParaRPr lang="en-US"/>
          </a:p>
        </p:txBody>
      </p:sp>
      <p:sp>
        <p:nvSpPr>
          <p:cNvPr id="10" name="CuadroTexto 9">
            <a:extLst>
              <a:ext uri="{FF2B5EF4-FFF2-40B4-BE49-F238E27FC236}">
                <a16:creationId xmlns:a16="http://schemas.microsoft.com/office/drawing/2014/main" id="{68993573-E126-4CD7-B169-B27D18B7A068}"/>
              </a:ext>
            </a:extLst>
          </p:cNvPr>
          <p:cNvSpPr txBox="1"/>
          <p:nvPr/>
        </p:nvSpPr>
        <p:spPr>
          <a:xfrm>
            <a:off x="466725" y="835372"/>
            <a:ext cx="4667250" cy="2514600"/>
          </a:xfrm>
          <a:prstGeom prst="rect">
            <a:avLst/>
          </a:prstGeom>
          <a:noFill/>
        </p:spPr>
        <p:txBody>
          <a:bodyPr wrap="square" rtlCol="0">
            <a:normAutofit/>
          </a:bodyPr>
          <a:lstStyle/>
          <a:p>
            <a:pPr marL="0" algn="ctr">
              <a:buNone/>
            </a:pPr>
            <a:r>
              <a:rPr b="1">
                <a:solidFill>
                  <a:srgbClr val="E94795"/>
                </a:solidFill>
                <a:effectLst/>
                <a:latin typeface="Arial" panose="020B0604020202020204" pitchFamily="34" charset="0"/>
              </a:rPr>
              <a:t>SISTEMA INFORMÁTICO TECHSOLUTIONS FOL </a:t>
            </a:r>
            <a:endParaRPr lang="es-ES"/>
          </a:p>
        </p:txBody>
      </p:sp>
      <p:sp>
        <p:nvSpPr>
          <p:cNvPr id="11" name="CuadroTexto 10">
            <a:extLst>
              <a:ext uri="{FF2B5EF4-FFF2-40B4-BE49-F238E27FC236}">
                <a16:creationId xmlns:a16="http://schemas.microsoft.com/office/drawing/2014/main" id="{505DF5EB-AA0A-4B31-9120-F4F2296E3B01}"/>
              </a:ext>
            </a:extLst>
          </p:cNvPr>
          <p:cNvSpPr txBox="1"/>
          <p:nvPr/>
        </p:nvSpPr>
        <p:spPr>
          <a:xfrm>
            <a:off x="466725" y="5725568"/>
            <a:ext cx="4667250" cy="297060"/>
          </a:xfrm>
          <a:prstGeom prst="rect">
            <a:avLst/>
          </a:prstGeom>
          <a:noFill/>
        </p:spPr>
        <p:txBody>
          <a:bodyPr wrap="square" rtlCol="0">
            <a:normAutofit fontScale="85000" lnSpcReduction="20000"/>
          </a:bodyPr>
          <a:lstStyle/>
          <a:p>
            <a:pPr marL="0" algn="l">
              <a:buNone/>
            </a:pPr>
            <a:r>
              <a:rPr sz="1800" b="1" dirty="0" err="1">
                <a:solidFill>
                  <a:srgbClr val="0D0B2C"/>
                </a:solidFill>
                <a:effectLst/>
                <a:latin typeface="Arial" panose="020B0604020202020204" pitchFamily="34" charset="0"/>
              </a:rPr>
              <a:t>Estructura</a:t>
            </a:r>
            <a:r>
              <a:rPr sz="1800" b="1" dirty="0">
                <a:solidFill>
                  <a:srgbClr val="0D0B2C"/>
                </a:solidFill>
                <a:effectLst/>
                <a:latin typeface="Arial" panose="020B0604020202020204" pitchFamily="34" charset="0"/>
              </a:rPr>
              <a:t>, </a:t>
            </a:r>
            <a:r>
              <a:rPr sz="1800" b="1" dirty="0" err="1">
                <a:solidFill>
                  <a:srgbClr val="0D0B2C"/>
                </a:solidFill>
                <a:effectLst/>
                <a:latin typeface="Arial" panose="020B0604020202020204" pitchFamily="34" charset="0"/>
              </a:rPr>
              <a:t>equipos</a:t>
            </a:r>
            <a:r>
              <a:rPr sz="1800" b="1" dirty="0">
                <a:solidFill>
                  <a:srgbClr val="0D0B2C"/>
                </a:solidFill>
                <a:effectLst/>
                <a:latin typeface="Arial" panose="020B0604020202020204" pitchFamily="34" charset="0"/>
              </a:rPr>
              <a:t> y </a:t>
            </a:r>
            <a:r>
              <a:rPr sz="1800" b="1" dirty="0" err="1">
                <a:solidFill>
                  <a:srgbClr val="0D0B2C"/>
                </a:solidFill>
                <a:effectLst/>
                <a:latin typeface="Arial" panose="020B0604020202020204" pitchFamily="34" charset="0"/>
              </a:rPr>
              <a:t>ventajas</a:t>
            </a:r>
            <a:r>
              <a:rPr sz="1800" b="1" dirty="0">
                <a:solidFill>
                  <a:srgbClr val="0D0B2C"/>
                </a:solidFill>
                <a:effectLst/>
                <a:latin typeface="Arial" panose="020B0604020202020204" pitchFamily="34" charset="0"/>
              </a:rPr>
              <a:t> clave</a:t>
            </a:r>
            <a:r>
              <a:rPr dirty="0">
                <a:effectLst/>
              </a:rPr>
              <a:t> </a:t>
            </a:r>
            <a:endParaRPr lang="es-ES" dirty="0"/>
          </a:p>
        </p:txBody>
      </p:sp>
    </p:spTree>
    <p:extLst>
      <p:ext uri="{BB962C8B-B14F-4D97-AF65-F5344CB8AC3E}">
        <p14:creationId xmlns:p14="http://schemas.microsoft.com/office/powerpoint/2010/main" val="32010397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Marcador de contenido 7">
            <a:extLst>
              <a:ext uri="{FF2B5EF4-FFF2-40B4-BE49-F238E27FC236}">
                <a16:creationId xmlns:a16="http://schemas.microsoft.com/office/drawing/2014/main" id="{03D566F4-98B2-417D-B4C1-49470AB70DDE}"/>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Marcador de contenido 8" descr="A modern office environment with visible technology elements such as computers, servers, and digital screens, conveying a sense of cybersecurity and professional business atmosphere. The lighting should be bright and clean, with a premium aesthetic suitable for overlaying agenda text. No visible or implied text, letters, or words should appear anywhere in the image. The composition should support clarity and focus, representing the theme of information security in a corporate setting">
            <a:extLst>
              <a:ext uri="{FF2B5EF4-FFF2-40B4-BE49-F238E27FC236}">
                <a16:creationId xmlns:a16="http://schemas.microsoft.com/office/drawing/2014/main" id="{FE880478-2BD1-4BBA-B6DB-4404EA92A977}"/>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0" y="0"/>
            <a:ext cx="4572000" cy="6858000"/>
          </a:xfrm>
          <a:prstGeom prst="rect">
            <a:avLst/>
          </a:prstGeom>
        </p:spPr>
      </p:pic>
      <p:sp>
        <p:nvSpPr>
          <p:cNvPr id="6" name="Marcador de fecha 5">
            <a:extLst>
              <a:ext uri="{FF2B5EF4-FFF2-40B4-BE49-F238E27FC236}">
                <a16:creationId xmlns:a16="http://schemas.microsoft.com/office/drawing/2014/main" id="{7DE902A5-BBC0-1883-B4DD-E800EB1462E2}"/>
              </a:ext>
            </a:extLst>
          </p:cNvPr>
          <p:cNvSpPr>
            <a:spLocks noGrp="1"/>
          </p:cNvSpPr>
          <p:nvPr>
            <p:ph type="dt" sz="half" idx="10"/>
          </p:nvPr>
        </p:nvSpPr>
        <p:spPr/>
        <p:txBody>
          <a:bodyPr/>
          <a:lstStyle/>
          <a:p>
            <a:pPr rtl="0"/>
            <a:r>
              <a:rPr lang="en-US"/>
              <a:t>14/11/2025</a:t>
            </a:r>
          </a:p>
        </p:txBody>
      </p:sp>
      <p:sp>
        <p:nvSpPr>
          <p:cNvPr id="7" name="Marcador de número de diapositiva 6">
            <a:extLst>
              <a:ext uri="{FF2B5EF4-FFF2-40B4-BE49-F238E27FC236}">
                <a16:creationId xmlns:a16="http://schemas.microsoft.com/office/drawing/2014/main" id="{3C687456-0DC4-3120-91AD-F120ADBB17ED}"/>
              </a:ext>
            </a:extLst>
          </p:cNvPr>
          <p:cNvSpPr>
            <a:spLocks noGrp="1"/>
          </p:cNvSpPr>
          <p:nvPr>
            <p:ph type="sldNum" sz="quarter" idx="12"/>
          </p:nvPr>
        </p:nvSpPr>
        <p:spPr/>
        <p:txBody>
          <a:bodyPr/>
          <a:lstStyle/>
          <a:p>
            <a:pPr rtl="0"/>
            <a:fld id="{AEAA3239-9EA4-4A65-A281-97F994456D9F}" type="slidenum">
              <a:rPr lang="en-US" smtClean="0"/>
              <a:t>2</a:t>
            </a:fld>
            <a:endParaRPr lang="en-US"/>
          </a:p>
        </p:txBody>
      </p:sp>
      <p:sp>
        <p:nvSpPr>
          <p:cNvPr id="10" name="CuadroTexto 9">
            <a:extLst>
              <a:ext uri="{FF2B5EF4-FFF2-40B4-BE49-F238E27FC236}">
                <a16:creationId xmlns:a16="http://schemas.microsoft.com/office/drawing/2014/main" id="{9AEFFCB1-05A0-4190-A316-23887EF9E448}"/>
              </a:ext>
            </a:extLst>
          </p:cNvPr>
          <p:cNvSpPr txBox="1"/>
          <p:nvPr/>
        </p:nvSpPr>
        <p:spPr>
          <a:xfrm>
            <a:off x="5343525" y="1343025"/>
            <a:ext cx="6477000" cy="502890"/>
          </a:xfrm>
          <a:prstGeom prst="rect">
            <a:avLst/>
          </a:prstGeom>
          <a:noFill/>
        </p:spPr>
        <p:txBody>
          <a:bodyPr wrap="square" rtlCol="0">
            <a:normAutofit fontScale="92500" lnSpcReduction="20000"/>
          </a:bodyPr>
          <a:lstStyle/>
          <a:p>
            <a:pPr marL="0" algn="l">
              <a:buNone/>
            </a:pPr>
            <a:r>
              <a:rPr sz="3600" b="1">
                <a:solidFill>
                  <a:srgbClr val="E94795"/>
                </a:solidFill>
                <a:effectLst/>
                <a:latin typeface="Arial" panose="020B0604020202020204" pitchFamily="34" charset="0"/>
              </a:rPr>
              <a:t>AGENDA</a:t>
            </a:r>
            <a:r>
              <a:rPr>
                <a:effectLst/>
              </a:rPr>
              <a:t> </a:t>
            </a:r>
            <a:endParaRPr lang="es-ES"/>
          </a:p>
        </p:txBody>
      </p:sp>
      <p:sp>
        <p:nvSpPr>
          <p:cNvPr id="11" name="CuadroTexto 10">
            <a:extLst>
              <a:ext uri="{FF2B5EF4-FFF2-40B4-BE49-F238E27FC236}">
                <a16:creationId xmlns:a16="http://schemas.microsoft.com/office/drawing/2014/main" id="{AA3A8FE4-3EFB-4B7F-8BA4-C8845A476E70}"/>
              </a:ext>
            </a:extLst>
          </p:cNvPr>
          <p:cNvSpPr txBox="1"/>
          <p:nvPr/>
        </p:nvSpPr>
        <p:spPr>
          <a:xfrm>
            <a:off x="5343525" y="2226915"/>
            <a:ext cx="6477000" cy="2247304"/>
          </a:xfrm>
          <a:prstGeom prst="rect">
            <a:avLst/>
          </a:prstGeom>
          <a:noFill/>
        </p:spPr>
        <p:txBody>
          <a:bodyPr wrap="square" rtlCol="0">
            <a:normAutofit/>
          </a:bodyPr>
          <a:lstStyle/>
          <a:p>
            <a:pPr marL="0" algn="l">
              <a:buNone/>
            </a:pPr>
            <a:r>
              <a:rPr sz="1800" b="0">
                <a:solidFill>
                  <a:srgbClr val="0D0B2C"/>
                </a:solidFill>
                <a:effectLst/>
                <a:latin typeface="Arial" panose="020B0604020202020204" pitchFamily="34" charset="0"/>
              </a:rPr>
              <a:t>• Panorama de amenazas y contexto</a:t>
            </a:r>
            <a:r>
              <a:rPr>
                <a:effectLst/>
              </a:rPr>
              <a:t> </a:t>
            </a:r>
          </a:p>
          <a:p>
            <a:pPr marL="0" algn="l">
              <a:spcBef>
                <a:spcPts val="1500"/>
              </a:spcBef>
              <a:buNone/>
            </a:pPr>
            <a:r>
              <a:rPr sz="1800" b="0">
                <a:solidFill>
                  <a:srgbClr val="0D0B2C"/>
                </a:solidFill>
                <a:effectLst/>
                <a:latin typeface="Arial" panose="020B0604020202020204" pitchFamily="34" charset="0"/>
              </a:rPr>
              <a:t>• Evaluación de riesgos en TechSolutions FOL</a:t>
            </a:r>
            <a:r>
              <a:rPr>
                <a:effectLst/>
              </a:rPr>
              <a:t> </a:t>
            </a:r>
          </a:p>
          <a:p>
            <a:pPr marL="0" algn="l">
              <a:spcBef>
                <a:spcPts val="1500"/>
              </a:spcBef>
              <a:buNone/>
            </a:pPr>
            <a:r>
              <a:rPr sz="1800" b="0">
                <a:solidFill>
                  <a:srgbClr val="0D0B2C"/>
                </a:solidFill>
                <a:effectLst/>
                <a:latin typeface="Arial" panose="020B0604020202020204" pitchFamily="34" charset="0"/>
              </a:rPr>
              <a:t>• Controles, cumplimiento y mejores prácticas</a:t>
            </a:r>
            <a:r>
              <a:rPr>
                <a:effectLst/>
              </a:rPr>
              <a:t> </a:t>
            </a:r>
          </a:p>
          <a:p>
            <a:pPr marL="0" algn="l">
              <a:spcBef>
                <a:spcPts val="1500"/>
              </a:spcBef>
              <a:buNone/>
            </a:pPr>
            <a:r>
              <a:rPr sz="1800" b="0">
                <a:solidFill>
                  <a:srgbClr val="0D0B2C"/>
                </a:solidFill>
                <a:effectLst/>
                <a:latin typeface="Arial" panose="020B0604020202020204" pitchFamily="34" charset="0"/>
              </a:rPr>
              <a:t>• Incidentes recientes y respuesta</a:t>
            </a:r>
            <a:r>
              <a:rPr>
                <a:effectLst/>
              </a:rPr>
              <a:t> </a:t>
            </a:r>
          </a:p>
          <a:p>
            <a:pPr marL="0" algn="l">
              <a:spcBef>
                <a:spcPts val="1500"/>
              </a:spcBef>
              <a:buNone/>
            </a:pPr>
            <a:r>
              <a:rPr sz="1800" b="0">
                <a:solidFill>
                  <a:srgbClr val="0D0B2C"/>
                </a:solidFill>
                <a:effectLst/>
                <a:latin typeface="Arial" panose="020B0604020202020204" pitchFamily="34" charset="0"/>
              </a:rPr>
              <a:t>• Roadmap de mejora y próximos pasos</a:t>
            </a:r>
            <a:r>
              <a:rPr>
                <a:effectLst/>
              </a:rPr>
              <a:t> </a:t>
            </a:r>
            <a:endParaRPr lang="es-ES"/>
          </a:p>
        </p:txBody>
      </p:sp>
    </p:spTree>
    <p:extLst>
      <p:ext uri="{BB962C8B-B14F-4D97-AF65-F5344CB8AC3E}">
        <p14:creationId xmlns:p14="http://schemas.microsoft.com/office/powerpoint/2010/main" val="179214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Marcador de contenido 7">
            <a:extLst>
              <a:ext uri="{FF2B5EF4-FFF2-40B4-BE49-F238E27FC236}">
                <a16:creationId xmlns:a16="http://schemas.microsoft.com/office/drawing/2014/main" id="{9E862FA1-E8AD-422C-B6E3-A74D64B15919}"/>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Marcador de contenido 3">
            <a:extLst>
              <a:ext uri="{FF2B5EF4-FFF2-40B4-BE49-F238E27FC236}">
                <a16:creationId xmlns:a16="http://schemas.microsoft.com/office/drawing/2014/main" id="{ECE93830-F0CA-D186-56DA-FF4F8A188215}"/>
              </a:ext>
            </a:extLst>
          </p:cNvPr>
          <p:cNvSpPr>
            <a:spLocks noGrp="1"/>
          </p:cNvSpPr>
          <p:nvPr>
            <p:ph sz="quarter" idx="16"/>
          </p:nvPr>
        </p:nvSpPr>
        <p:spPr>
          <a:xfrm>
            <a:off x="1333500" y="2095500"/>
            <a:ext cx="9525000" cy="1905000"/>
          </a:xfrm>
        </p:spPr>
        <p:txBody>
          <a:bodyPr>
            <a:normAutofit fontScale="77500" lnSpcReduction="20000"/>
          </a:bodyPr>
          <a:lstStyle/>
          <a:p>
            <a:pPr marL="0" indent="0" algn="ctr">
              <a:buNone/>
            </a:pPr>
            <a:r>
              <a:rPr sz="15000" b="1">
                <a:solidFill>
                  <a:srgbClr val="E94795"/>
                </a:solidFill>
                <a:effectLst/>
                <a:latin typeface="Arial" panose="020B0604020202020204" pitchFamily="34" charset="0"/>
              </a:rPr>
              <a:t>43%</a:t>
            </a:r>
            <a:r>
              <a:rPr>
                <a:effectLst/>
              </a:rPr>
              <a:t> </a:t>
            </a:r>
            <a:endParaRPr lang="es-ES"/>
          </a:p>
        </p:txBody>
      </p:sp>
      <p:sp>
        <p:nvSpPr>
          <p:cNvPr id="6" name="Marcador de fecha 5">
            <a:extLst>
              <a:ext uri="{FF2B5EF4-FFF2-40B4-BE49-F238E27FC236}">
                <a16:creationId xmlns:a16="http://schemas.microsoft.com/office/drawing/2014/main" id="{6D0323B8-495C-6530-72EE-9358F837D6C1}"/>
              </a:ext>
            </a:extLst>
          </p:cNvPr>
          <p:cNvSpPr>
            <a:spLocks noGrp="1"/>
          </p:cNvSpPr>
          <p:nvPr>
            <p:ph type="dt" sz="half" idx="10"/>
          </p:nvPr>
        </p:nvSpPr>
        <p:spPr/>
        <p:txBody>
          <a:bodyPr/>
          <a:lstStyle/>
          <a:p>
            <a:pPr rtl="0"/>
            <a:r>
              <a:rPr lang="en-US"/>
              <a:t>14/11/2025</a:t>
            </a:r>
          </a:p>
        </p:txBody>
      </p:sp>
      <p:sp>
        <p:nvSpPr>
          <p:cNvPr id="7" name="Marcador de número de diapositiva 6">
            <a:extLst>
              <a:ext uri="{FF2B5EF4-FFF2-40B4-BE49-F238E27FC236}">
                <a16:creationId xmlns:a16="http://schemas.microsoft.com/office/drawing/2014/main" id="{D0862A8A-AB5A-0062-F2B9-9D344D1D4CBC}"/>
              </a:ext>
            </a:extLst>
          </p:cNvPr>
          <p:cNvSpPr>
            <a:spLocks noGrp="1"/>
          </p:cNvSpPr>
          <p:nvPr>
            <p:ph type="sldNum" sz="quarter" idx="12"/>
          </p:nvPr>
        </p:nvSpPr>
        <p:spPr/>
        <p:txBody>
          <a:bodyPr/>
          <a:lstStyle/>
          <a:p>
            <a:pPr rtl="0"/>
            <a:fld id="{AEAA3239-9EA4-4A65-A281-97F994456D9F}" type="slidenum">
              <a:rPr lang="en-US" smtClean="0"/>
              <a:t>3</a:t>
            </a:fld>
            <a:endParaRPr lang="en-US"/>
          </a:p>
        </p:txBody>
      </p:sp>
      <p:sp>
        <p:nvSpPr>
          <p:cNvPr id="9" name="CuadroTexto 8">
            <a:extLst>
              <a:ext uri="{FF2B5EF4-FFF2-40B4-BE49-F238E27FC236}">
                <a16:creationId xmlns:a16="http://schemas.microsoft.com/office/drawing/2014/main" id="{2213A332-5041-4AB6-8664-B61DF60E1F5A}"/>
              </a:ext>
            </a:extLst>
          </p:cNvPr>
          <p:cNvSpPr txBox="1"/>
          <p:nvPr/>
        </p:nvSpPr>
        <p:spPr>
          <a:xfrm>
            <a:off x="1333500" y="4572000"/>
            <a:ext cx="9525000" cy="594121"/>
          </a:xfrm>
          <a:prstGeom prst="rect">
            <a:avLst/>
          </a:prstGeom>
          <a:noFill/>
        </p:spPr>
        <p:txBody>
          <a:bodyPr wrap="square" rtlCol="0">
            <a:normAutofit lnSpcReduction="10000"/>
          </a:bodyPr>
          <a:lstStyle/>
          <a:p>
            <a:pPr marL="0" algn="ctr">
              <a:buNone/>
            </a:pPr>
            <a:r>
              <a:rPr sz="1800" b="0">
                <a:solidFill>
                  <a:srgbClr val="F5EFE5"/>
                </a:solidFill>
                <a:effectLst/>
                <a:latin typeface="Arial" panose="020B0604020202020204" pitchFamily="34" charset="0"/>
              </a:rPr>
              <a:t>de incidentes en pequeñas empresas por ransomware, phishing, malware e ingeniería social</a:t>
            </a:r>
            <a:r>
              <a:rPr>
                <a:effectLst/>
              </a:rPr>
              <a:t> </a:t>
            </a:r>
            <a:endParaRPr lang="es-ES"/>
          </a:p>
        </p:txBody>
      </p:sp>
      <p:sp>
        <p:nvSpPr>
          <p:cNvPr id="3" name="CuadroTexto 2">
            <a:extLst>
              <a:ext uri="{FF2B5EF4-FFF2-40B4-BE49-F238E27FC236}">
                <a16:creationId xmlns:a16="http://schemas.microsoft.com/office/drawing/2014/main" id="{46A2C7DA-CF0E-8FDB-0C58-A876098D691D}"/>
              </a:ext>
            </a:extLst>
          </p:cNvPr>
          <p:cNvSpPr txBox="1"/>
          <p:nvPr/>
        </p:nvSpPr>
        <p:spPr>
          <a:xfrm>
            <a:off x="3230880" y="1030691"/>
            <a:ext cx="6197600" cy="369332"/>
          </a:xfrm>
          <a:prstGeom prst="rect">
            <a:avLst/>
          </a:prstGeom>
          <a:noFill/>
        </p:spPr>
        <p:txBody>
          <a:bodyPr wrap="square">
            <a:spAutoFit/>
          </a:bodyPr>
          <a:lstStyle/>
          <a:p>
            <a:pPr marL="0" marR="0" indent="0">
              <a:buNone/>
            </a:pPr>
            <a:r>
              <a:rPr lang="es-ES" b="1" cap="all" dirty="0">
                <a:solidFill>
                  <a:srgbClr val="F5EFE5"/>
                </a:solidFill>
                <a:effectLst/>
                <a:latin typeface="Arial" panose="020B0604020202020204" pitchFamily="34" charset="0"/>
              </a:rPr>
              <a:t>SEGURIDAD EN TECHSOLUTIONS FOL </a:t>
            </a:r>
            <a:endParaRPr lang="es-ES" dirty="0"/>
          </a:p>
        </p:txBody>
      </p:sp>
    </p:spTree>
    <p:extLst>
      <p:ext uri="{BB962C8B-B14F-4D97-AF65-F5344CB8AC3E}">
        <p14:creationId xmlns:p14="http://schemas.microsoft.com/office/powerpoint/2010/main" val="1005131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Marcador de contenido 7">
            <a:extLst>
              <a:ext uri="{FF2B5EF4-FFF2-40B4-BE49-F238E27FC236}">
                <a16:creationId xmlns:a16="http://schemas.microsoft.com/office/drawing/2014/main" id="{B4BE0ECE-1EFA-4A8F-99F6-B1FB4000D360}"/>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Marcador de contenido 8" descr="icon of a segmented network, representing network segmentation, vector illustration with transparent background">
            <a:extLst>
              <a:ext uri="{FF2B5EF4-FFF2-40B4-BE49-F238E27FC236}">
                <a16:creationId xmlns:a16="http://schemas.microsoft.com/office/drawing/2014/main" id="{DE45415E-852E-424A-ACE1-7801944F7775}"/>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619125" y="619125"/>
            <a:ext cx="3413670" cy="5638800"/>
          </a:xfrm>
          <a:prstGeom prst="rect">
            <a:avLst/>
          </a:prstGeom>
        </p:spPr>
      </p:pic>
      <p:sp>
        <p:nvSpPr>
          <p:cNvPr id="6" name="Marcador de fecha 5">
            <a:extLst>
              <a:ext uri="{FF2B5EF4-FFF2-40B4-BE49-F238E27FC236}">
                <a16:creationId xmlns:a16="http://schemas.microsoft.com/office/drawing/2014/main" id="{922D85A9-9458-CF8E-E303-48B6708F2B3F}"/>
              </a:ext>
            </a:extLst>
          </p:cNvPr>
          <p:cNvSpPr>
            <a:spLocks noGrp="1"/>
          </p:cNvSpPr>
          <p:nvPr>
            <p:ph type="dt" sz="half" idx="10"/>
          </p:nvPr>
        </p:nvSpPr>
        <p:spPr/>
        <p:txBody>
          <a:bodyPr/>
          <a:lstStyle/>
          <a:p>
            <a:pPr rtl="0"/>
            <a:r>
              <a:rPr lang="en-US"/>
              <a:t>14/11/2025</a:t>
            </a:r>
          </a:p>
        </p:txBody>
      </p:sp>
      <p:sp>
        <p:nvSpPr>
          <p:cNvPr id="7" name="Marcador de número de diapositiva 6">
            <a:extLst>
              <a:ext uri="{FF2B5EF4-FFF2-40B4-BE49-F238E27FC236}">
                <a16:creationId xmlns:a16="http://schemas.microsoft.com/office/drawing/2014/main" id="{DEA34061-8490-A9B0-FA5E-859C3058A86A}"/>
              </a:ext>
            </a:extLst>
          </p:cNvPr>
          <p:cNvSpPr>
            <a:spLocks noGrp="1"/>
          </p:cNvSpPr>
          <p:nvPr>
            <p:ph type="sldNum" sz="quarter" idx="12"/>
          </p:nvPr>
        </p:nvSpPr>
        <p:spPr/>
        <p:txBody>
          <a:bodyPr/>
          <a:lstStyle/>
          <a:p>
            <a:pPr rtl="0"/>
            <a:fld id="{AEAA3239-9EA4-4A65-A281-97F994456D9F}" type="slidenum">
              <a:rPr lang="en-US" smtClean="0"/>
              <a:t>4</a:t>
            </a:fld>
            <a:endParaRPr lang="en-US"/>
          </a:p>
        </p:txBody>
      </p:sp>
      <p:sp>
        <p:nvSpPr>
          <p:cNvPr id="10" name="CuadroTexto 9">
            <a:extLst>
              <a:ext uri="{FF2B5EF4-FFF2-40B4-BE49-F238E27FC236}">
                <a16:creationId xmlns:a16="http://schemas.microsoft.com/office/drawing/2014/main" id="{8ABBA88C-CA6F-48B9-AB18-35769EB073C0}"/>
              </a:ext>
            </a:extLst>
          </p:cNvPr>
          <p:cNvSpPr txBox="1"/>
          <p:nvPr/>
        </p:nvSpPr>
        <p:spPr>
          <a:xfrm>
            <a:off x="4737645" y="1038225"/>
            <a:ext cx="6854130" cy="1005780"/>
          </a:xfrm>
          <a:prstGeom prst="rect">
            <a:avLst/>
          </a:prstGeom>
          <a:noFill/>
        </p:spPr>
        <p:txBody>
          <a:bodyPr wrap="square" rtlCol="0">
            <a:normAutofit fontScale="92500" lnSpcReduction="10000"/>
          </a:bodyPr>
          <a:lstStyle/>
          <a:p>
            <a:pPr marL="0" marR="0" algn="l">
              <a:buNone/>
            </a:pPr>
            <a:r>
              <a:rPr sz="3600" b="1">
                <a:solidFill>
                  <a:srgbClr val="E94795"/>
                </a:solidFill>
                <a:effectLst/>
                <a:latin typeface="Arial" panose="020B0604020202020204" pitchFamily="34" charset="0"/>
              </a:rPr>
              <a:t>SEGURIDAD EN REDES LOCALES</a:t>
            </a:r>
            <a:r>
              <a:rPr>
                <a:effectLst/>
              </a:rPr>
              <a:t> </a:t>
            </a:r>
            <a:endParaRPr lang="es-ES"/>
          </a:p>
        </p:txBody>
      </p:sp>
      <p:sp>
        <p:nvSpPr>
          <p:cNvPr id="11" name="CuadroTexto 10">
            <a:extLst>
              <a:ext uri="{FF2B5EF4-FFF2-40B4-BE49-F238E27FC236}">
                <a16:creationId xmlns:a16="http://schemas.microsoft.com/office/drawing/2014/main" id="{74D4AB76-C649-4805-BB18-4541777F34B3}"/>
              </a:ext>
            </a:extLst>
          </p:cNvPr>
          <p:cNvSpPr txBox="1"/>
          <p:nvPr/>
        </p:nvSpPr>
        <p:spPr>
          <a:xfrm>
            <a:off x="4737645" y="2386905"/>
            <a:ext cx="3236565" cy="222795"/>
          </a:xfrm>
          <a:prstGeom prst="rect">
            <a:avLst/>
          </a:prstGeom>
          <a:noFill/>
        </p:spPr>
        <p:txBody>
          <a:bodyPr wrap="square" rtlCol="0">
            <a:normAutofit fontScale="55000" lnSpcReduction="20000"/>
          </a:bodyPr>
          <a:lstStyle/>
          <a:p>
            <a:pPr marL="0" marR="0" algn="l">
              <a:buNone/>
            </a:pPr>
            <a:r>
              <a:rPr sz="1350" b="1">
                <a:solidFill>
                  <a:srgbClr val="0D0B2C"/>
                </a:solidFill>
                <a:effectLst/>
                <a:latin typeface="Arial" panose="020B0604020202020204" pitchFamily="34" charset="0"/>
              </a:rPr>
              <a:t>Segmentación de red</a:t>
            </a:r>
            <a:r>
              <a:rPr>
                <a:effectLst/>
              </a:rPr>
              <a:t> </a:t>
            </a:r>
            <a:endParaRPr lang="es-ES"/>
          </a:p>
        </p:txBody>
      </p:sp>
      <p:sp>
        <p:nvSpPr>
          <p:cNvPr id="12" name="CuadroTexto 11">
            <a:extLst>
              <a:ext uri="{FF2B5EF4-FFF2-40B4-BE49-F238E27FC236}">
                <a16:creationId xmlns:a16="http://schemas.microsoft.com/office/drawing/2014/main" id="{03AD1DBD-996F-4BF0-A3E9-E2B57B8496D9}"/>
              </a:ext>
            </a:extLst>
          </p:cNvPr>
          <p:cNvSpPr txBox="1"/>
          <p:nvPr/>
        </p:nvSpPr>
        <p:spPr>
          <a:xfrm>
            <a:off x="4737645" y="2666851"/>
            <a:ext cx="3236565" cy="719732"/>
          </a:xfrm>
          <a:prstGeom prst="rect">
            <a:avLst/>
          </a:prstGeom>
          <a:noFill/>
        </p:spPr>
        <p:txBody>
          <a:bodyPr wrap="square" rtlCol="0">
            <a:normAutofit lnSpcReduction="10000"/>
          </a:bodyPr>
          <a:lstStyle/>
          <a:p>
            <a:pPr marL="0" marR="0" algn="l">
              <a:buNone/>
            </a:pPr>
            <a:r>
              <a:rPr sz="1350" b="0">
                <a:solidFill>
                  <a:srgbClr val="0D0B2C"/>
                </a:solidFill>
                <a:effectLst/>
                <a:latin typeface="Arial" panose="020B0604020202020204" pitchFamily="34" charset="0"/>
              </a:rPr>
              <a:t>Dividir la red en subredes para limitar el acceso y reducir riesgos de propagación de amenazas.</a:t>
            </a:r>
            <a:r>
              <a:rPr>
                <a:effectLst/>
              </a:rPr>
              <a:t> </a:t>
            </a:r>
            <a:endParaRPr lang="es-ES"/>
          </a:p>
        </p:txBody>
      </p:sp>
      <p:sp>
        <p:nvSpPr>
          <p:cNvPr id="13" name="CuadroTexto 12">
            <a:extLst>
              <a:ext uri="{FF2B5EF4-FFF2-40B4-BE49-F238E27FC236}">
                <a16:creationId xmlns:a16="http://schemas.microsoft.com/office/drawing/2014/main" id="{38DA6D3E-C152-46CE-A080-68AD29ABC29D}"/>
              </a:ext>
            </a:extLst>
          </p:cNvPr>
          <p:cNvSpPr txBox="1"/>
          <p:nvPr/>
        </p:nvSpPr>
        <p:spPr>
          <a:xfrm>
            <a:off x="8355210" y="2386905"/>
            <a:ext cx="3236565" cy="222795"/>
          </a:xfrm>
          <a:prstGeom prst="rect">
            <a:avLst/>
          </a:prstGeom>
          <a:noFill/>
        </p:spPr>
        <p:txBody>
          <a:bodyPr wrap="square" rtlCol="0">
            <a:normAutofit fontScale="55000" lnSpcReduction="20000"/>
          </a:bodyPr>
          <a:lstStyle/>
          <a:p>
            <a:pPr marL="0" marR="0" algn="l">
              <a:buNone/>
            </a:pPr>
            <a:r>
              <a:rPr sz="1350" b="1">
                <a:solidFill>
                  <a:srgbClr val="0D0B2C"/>
                </a:solidFill>
                <a:effectLst/>
                <a:latin typeface="Arial" panose="020B0604020202020204" pitchFamily="34" charset="0"/>
              </a:rPr>
              <a:t>Firewalls</a:t>
            </a:r>
            <a:r>
              <a:rPr>
                <a:effectLst/>
              </a:rPr>
              <a:t> </a:t>
            </a:r>
            <a:endParaRPr lang="es-ES"/>
          </a:p>
        </p:txBody>
      </p:sp>
      <p:sp>
        <p:nvSpPr>
          <p:cNvPr id="14" name="CuadroTexto 13">
            <a:extLst>
              <a:ext uri="{FF2B5EF4-FFF2-40B4-BE49-F238E27FC236}">
                <a16:creationId xmlns:a16="http://schemas.microsoft.com/office/drawing/2014/main" id="{00319CD2-9665-4174-ACC7-572F8B861410}"/>
              </a:ext>
            </a:extLst>
          </p:cNvPr>
          <p:cNvSpPr txBox="1"/>
          <p:nvPr/>
        </p:nvSpPr>
        <p:spPr>
          <a:xfrm>
            <a:off x="8355210" y="2666851"/>
            <a:ext cx="3236565" cy="479821"/>
          </a:xfrm>
          <a:prstGeom prst="rect">
            <a:avLst/>
          </a:prstGeom>
          <a:noFill/>
        </p:spPr>
        <p:txBody>
          <a:bodyPr wrap="square" rtlCol="0">
            <a:normAutofit fontScale="92500" lnSpcReduction="20000"/>
          </a:bodyPr>
          <a:lstStyle/>
          <a:p>
            <a:pPr marL="0" marR="0" algn="l">
              <a:buNone/>
            </a:pPr>
            <a:r>
              <a:rPr sz="1350" b="0">
                <a:solidFill>
                  <a:srgbClr val="0D0B2C"/>
                </a:solidFill>
                <a:effectLst/>
                <a:latin typeface="Arial" panose="020B0604020202020204" pitchFamily="34" charset="0"/>
              </a:rPr>
              <a:t>Implementar firewalls para filtrar tráfico y bloquear conexiones no autorizadas.</a:t>
            </a:r>
            <a:r>
              <a:rPr>
                <a:effectLst/>
              </a:rPr>
              <a:t> </a:t>
            </a:r>
            <a:endParaRPr lang="es-ES"/>
          </a:p>
        </p:txBody>
      </p:sp>
      <p:sp>
        <p:nvSpPr>
          <p:cNvPr id="15" name="CuadroTexto 14">
            <a:extLst>
              <a:ext uri="{FF2B5EF4-FFF2-40B4-BE49-F238E27FC236}">
                <a16:creationId xmlns:a16="http://schemas.microsoft.com/office/drawing/2014/main" id="{B4D85090-5C8E-46FD-BB3C-5EFECC0714CE}"/>
              </a:ext>
            </a:extLst>
          </p:cNvPr>
          <p:cNvSpPr txBox="1"/>
          <p:nvPr/>
        </p:nvSpPr>
        <p:spPr>
          <a:xfrm>
            <a:off x="4737645" y="3615183"/>
            <a:ext cx="3236565" cy="222795"/>
          </a:xfrm>
          <a:prstGeom prst="rect">
            <a:avLst/>
          </a:prstGeom>
          <a:noFill/>
        </p:spPr>
        <p:txBody>
          <a:bodyPr wrap="square" rtlCol="0">
            <a:normAutofit fontScale="55000" lnSpcReduction="20000"/>
          </a:bodyPr>
          <a:lstStyle/>
          <a:p>
            <a:pPr marL="0" marR="0" algn="l">
              <a:buNone/>
            </a:pPr>
            <a:r>
              <a:rPr sz="1350" b="1">
                <a:solidFill>
                  <a:srgbClr val="0D0B2C"/>
                </a:solidFill>
                <a:effectLst/>
                <a:latin typeface="Arial" panose="020B0604020202020204" pitchFamily="34" charset="0"/>
              </a:rPr>
              <a:t>Controles de acceso</a:t>
            </a:r>
            <a:r>
              <a:rPr>
                <a:effectLst/>
              </a:rPr>
              <a:t> </a:t>
            </a:r>
            <a:endParaRPr lang="es-ES"/>
          </a:p>
        </p:txBody>
      </p:sp>
      <p:sp>
        <p:nvSpPr>
          <p:cNvPr id="16" name="CuadroTexto 15">
            <a:extLst>
              <a:ext uri="{FF2B5EF4-FFF2-40B4-BE49-F238E27FC236}">
                <a16:creationId xmlns:a16="http://schemas.microsoft.com/office/drawing/2014/main" id="{68B59137-F841-4C5E-B2D1-140C07B12199}"/>
              </a:ext>
            </a:extLst>
          </p:cNvPr>
          <p:cNvSpPr txBox="1"/>
          <p:nvPr/>
        </p:nvSpPr>
        <p:spPr>
          <a:xfrm>
            <a:off x="4737645" y="3895129"/>
            <a:ext cx="3236565" cy="479821"/>
          </a:xfrm>
          <a:prstGeom prst="rect">
            <a:avLst/>
          </a:prstGeom>
          <a:noFill/>
        </p:spPr>
        <p:txBody>
          <a:bodyPr wrap="square" rtlCol="0">
            <a:normAutofit fontScale="92500" lnSpcReduction="20000"/>
          </a:bodyPr>
          <a:lstStyle/>
          <a:p>
            <a:pPr marL="0" marR="0" algn="l">
              <a:buNone/>
            </a:pPr>
            <a:r>
              <a:rPr sz="1350" b="0">
                <a:solidFill>
                  <a:srgbClr val="0D0B2C"/>
                </a:solidFill>
                <a:effectLst/>
                <a:latin typeface="Arial" panose="020B0604020202020204" pitchFamily="34" charset="0"/>
              </a:rPr>
              <a:t>Gestionar permisos y autenticar usuarios para proteger recursos críticos.</a:t>
            </a:r>
            <a:r>
              <a:rPr>
                <a:effectLst/>
              </a:rPr>
              <a:t> </a:t>
            </a:r>
            <a:endParaRPr lang="es-ES"/>
          </a:p>
        </p:txBody>
      </p:sp>
      <p:sp>
        <p:nvSpPr>
          <p:cNvPr id="17" name="CuadroTexto 16">
            <a:extLst>
              <a:ext uri="{FF2B5EF4-FFF2-40B4-BE49-F238E27FC236}">
                <a16:creationId xmlns:a16="http://schemas.microsoft.com/office/drawing/2014/main" id="{ACADACE9-9342-4850-9AC2-8FF0EC30086F}"/>
              </a:ext>
            </a:extLst>
          </p:cNvPr>
          <p:cNvSpPr txBox="1"/>
          <p:nvPr/>
        </p:nvSpPr>
        <p:spPr>
          <a:xfrm>
            <a:off x="8355210" y="3615183"/>
            <a:ext cx="3236565" cy="222795"/>
          </a:xfrm>
          <a:prstGeom prst="rect">
            <a:avLst/>
          </a:prstGeom>
          <a:noFill/>
        </p:spPr>
        <p:txBody>
          <a:bodyPr wrap="square" rtlCol="0">
            <a:normAutofit fontScale="55000" lnSpcReduction="20000"/>
          </a:bodyPr>
          <a:lstStyle/>
          <a:p>
            <a:pPr marL="0" marR="0" algn="l">
              <a:buNone/>
            </a:pPr>
            <a:r>
              <a:rPr sz="1350" b="1">
                <a:solidFill>
                  <a:srgbClr val="0D0B2C"/>
                </a:solidFill>
                <a:effectLst/>
                <a:latin typeface="Arial" panose="020B0604020202020204" pitchFamily="34" charset="0"/>
              </a:rPr>
              <a:t>Actualización de sistemas</a:t>
            </a:r>
            <a:r>
              <a:rPr>
                <a:effectLst/>
              </a:rPr>
              <a:t> </a:t>
            </a:r>
            <a:endParaRPr lang="es-ES"/>
          </a:p>
        </p:txBody>
      </p:sp>
      <p:sp>
        <p:nvSpPr>
          <p:cNvPr id="18" name="CuadroTexto 17">
            <a:extLst>
              <a:ext uri="{FF2B5EF4-FFF2-40B4-BE49-F238E27FC236}">
                <a16:creationId xmlns:a16="http://schemas.microsoft.com/office/drawing/2014/main" id="{523BDB88-4633-44D0-8A89-DF745E573BFB}"/>
              </a:ext>
            </a:extLst>
          </p:cNvPr>
          <p:cNvSpPr txBox="1"/>
          <p:nvPr/>
        </p:nvSpPr>
        <p:spPr>
          <a:xfrm>
            <a:off x="8355210" y="3895129"/>
            <a:ext cx="3236565" cy="719732"/>
          </a:xfrm>
          <a:prstGeom prst="rect">
            <a:avLst/>
          </a:prstGeom>
          <a:noFill/>
        </p:spPr>
        <p:txBody>
          <a:bodyPr wrap="square" rtlCol="0">
            <a:normAutofit lnSpcReduction="10000"/>
          </a:bodyPr>
          <a:lstStyle/>
          <a:p>
            <a:pPr marL="0" marR="0" algn="l">
              <a:buNone/>
            </a:pPr>
            <a:r>
              <a:rPr sz="1350" b="0">
                <a:solidFill>
                  <a:srgbClr val="0D0B2C"/>
                </a:solidFill>
                <a:effectLst/>
                <a:latin typeface="Arial" panose="020B0604020202020204" pitchFamily="34" charset="0"/>
              </a:rPr>
              <a:t>Mantener sistemas y software actualizados para evitar vulnerabilidades conocidas.</a:t>
            </a:r>
            <a:r>
              <a:rPr>
                <a:effectLst/>
              </a:rPr>
              <a:t> </a:t>
            </a:r>
            <a:endParaRPr lang="es-ES"/>
          </a:p>
        </p:txBody>
      </p:sp>
    </p:spTree>
    <p:extLst>
      <p:ext uri="{BB962C8B-B14F-4D97-AF65-F5344CB8AC3E}">
        <p14:creationId xmlns:p14="http://schemas.microsoft.com/office/powerpoint/2010/main" val="2412864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Marcador de contenido 7">
            <a:extLst>
              <a:ext uri="{FF2B5EF4-FFF2-40B4-BE49-F238E27FC236}">
                <a16:creationId xmlns:a16="http://schemas.microsoft.com/office/drawing/2014/main" id="{F94E7E27-8950-4998-B9C5-416FBC42DB98}"/>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Marcador de contenido 8" descr="A high-quality image showing a modern laptop running Windows 11, with visible icons or interface elements representing Windows Hello (fingerprint or face recognition), BitLocker (padlock or shield), and Microsoft Defender (shield with checkmark). The scene should convey a sense of advanced security and professionalism, with soft lighting and a clean workspace. No visible or implied text, letters, or words should appear anywhere in the image">
            <a:extLst>
              <a:ext uri="{FF2B5EF4-FFF2-40B4-BE49-F238E27FC236}">
                <a16:creationId xmlns:a16="http://schemas.microsoft.com/office/drawing/2014/main" id="{6B14CA65-7CDB-4527-A9B0-DC1737414FC1}"/>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5334000" y="0"/>
            <a:ext cx="6858000" cy="6858000"/>
          </a:xfrm>
          <a:prstGeom prst="rect">
            <a:avLst/>
          </a:prstGeom>
        </p:spPr>
      </p:pic>
      <p:sp>
        <p:nvSpPr>
          <p:cNvPr id="6" name="Marcador de fecha 5">
            <a:extLst>
              <a:ext uri="{FF2B5EF4-FFF2-40B4-BE49-F238E27FC236}">
                <a16:creationId xmlns:a16="http://schemas.microsoft.com/office/drawing/2014/main" id="{4D49EDD2-36E8-1354-80C1-C927CCC40392}"/>
              </a:ext>
            </a:extLst>
          </p:cNvPr>
          <p:cNvSpPr>
            <a:spLocks noGrp="1"/>
          </p:cNvSpPr>
          <p:nvPr>
            <p:ph type="dt" sz="half" idx="10"/>
          </p:nvPr>
        </p:nvSpPr>
        <p:spPr/>
        <p:txBody>
          <a:bodyPr/>
          <a:lstStyle/>
          <a:p>
            <a:pPr rtl="0"/>
            <a:r>
              <a:rPr lang="en-US"/>
              <a:t>14/11/2025</a:t>
            </a:r>
          </a:p>
        </p:txBody>
      </p:sp>
      <p:sp>
        <p:nvSpPr>
          <p:cNvPr id="7" name="Marcador de número de diapositiva 6">
            <a:extLst>
              <a:ext uri="{FF2B5EF4-FFF2-40B4-BE49-F238E27FC236}">
                <a16:creationId xmlns:a16="http://schemas.microsoft.com/office/drawing/2014/main" id="{DB7FBAD6-A59E-88D5-3548-5131119788E1}"/>
              </a:ext>
            </a:extLst>
          </p:cNvPr>
          <p:cNvSpPr>
            <a:spLocks noGrp="1"/>
          </p:cNvSpPr>
          <p:nvPr>
            <p:ph type="sldNum" sz="quarter" idx="12"/>
          </p:nvPr>
        </p:nvSpPr>
        <p:spPr/>
        <p:txBody>
          <a:bodyPr/>
          <a:lstStyle/>
          <a:p>
            <a:pPr rtl="0"/>
            <a:fld id="{AEAA3239-9EA4-4A65-A281-97F994456D9F}" type="slidenum">
              <a:rPr lang="en-US" smtClean="0"/>
              <a:t>5</a:t>
            </a:fld>
            <a:endParaRPr lang="en-US"/>
          </a:p>
        </p:txBody>
      </p:sp>
      <p:sp>
        <p:nvSpPr>
          <p:cNvPr id="10" name="CuadroTexto 9">
            <a:extLst>
              <a:ext uri="{FF2B5EF4-FFF2-40B4-BE49-F238E27FC236}">
                <a16:creationId xmlns:a16="http://schemas.microsoft.com/office/drawing/2014/main" id="{DA0C11C1-E726-44E9-B026-1A9E304CED31}"/>
              </a:ext>
            </a:extLst>
          </p:cNvPr>
          <p:cNvSpPr txBox="1"/>
          <p:nvPr/>
        </p:nvSpPr>
        <p:spPr>
          <a:xfrm>
            <a:off x="619125" y="581025"/>
            <a:ext cx="4391025" cy="1005780"/>
          </a:xfrm>
          <a:prstGeom prst="rect">
            <a:avLst/>
          </a:prstGeom>
          <a:noFill/>
        </p:spPr>
        <p:txBody>
          <a:bodyPr wrap="square" rtlCol="0">
            <a:normAutofit fontScale="92500" lnSpcReduction="10000"/>
          </a:bodyPr>
          <a:lstStyle/>
          <a:p>
            <a:pPr marL="0" algn="l">
              <a:buNone/>
            </a:pPr>
            <a:r>
              <a:rPr sz="3600" b="1">
                <a:solidFill>
                  <a:srgbClr val="E94795"/>
                </a:solidFill>
                <a:effectLst/>
                <a:latin typeface="Arial" panose="020B0604020202020204" pitchFamily="34" charset="0"/>
              </a:rPr>
              <a:t>SEGURIDAD EN WINDOWS 11</a:t>
            </a:r>
            <a:r>
              <a:rPr>
                <a:effectLst/>
              </a:rPr>
              <a:t> </a:t>
            </a:r>
            <a:endParaRPr lang="es-ES"/>
          </a:p>
        </p:txBody>
      </p:sp>
      <p:sp>
        <p:nvSpPr>
          <p:cNvPr id="11" name="CuadroTexto 10">
            <a:extLst>
              <a:ext uri="{FF2B5EF4-FFF2-40B4-BE49-F238E27FC236}">
                <a16:creationId xmlns:a16="http://schemas.microsoft.com/office/drawing/2014/main" id="{5455F82F-CE75-4BE3-B6BD-DDF6EA821F84}"/>
              </a:ext>
            </a:extLst>
          </p:cNvPr>
          <p:cNvSpPr txBox="1"/>
          <p:nvPr/>
        </p:nvSpPr>
        <p:spPr>
          <a:xfrm>
            <a:off x="619124" y="1896369"/>
            <a:ext cx="4391025" cy="205680"/>
          </a:xfrm>
          <a:prstGeom prst="rect">
            <a:avLst/>
          </a:prstGeom>
          <a:noFill/>
        </p:spPr>
        <p:txBody>
          <a:bodyPr wrap="square" rtlCol="0">
            <a:noAutofit/>
          </a:bodyPr>
          <a:lstStyle/>
          <a:p>
            <a:pPr marL="0" algn="l">
              <a:buNone/>
            </a:pPr>
            <a:r>
              <a:rPr sz="1600" b="1" dirty="0">
                <a:solidFill>
                  <a:srgbClr val="0D0B2C"/>
                </a:solidFill>
                <a:effectLst/>
                <a:latin typeface="Arial" panose="020B0604020202020204" pitchFamily="34" charset="0"/>
              </a:rPr>
              <a:t>Windows Hello</a:t>
            </a:r>
            <a:r>
              <a:rPr sz="1600" dirty="0">
                <a:effectLst/>
              </a:rPr>
              <a:t> </a:t>
            </a:r>
            <a:endParaRPr lang="es-ES" sz="1600" dirty="0"/>
          </a:p>
        </p:txBody>
      </p:sp>
      <p:sp>
        <p:nvSpPr>
          <p:cNvPr id="12" name="CuadroTexto 11">
            <a:extLst>
              <a:ext uri="{FF2B5EF4-FFF2-40B4-BE49-F238E27FC236}">
                <a16:creationId xmlns:a16="http://schemas.microsoft.com/office/drawing/2014/main" id="{60E83639-3E26-4592-B07F-5616A85995D7}"/>
              </a:ext>
            </a:extLst>
          </p:cNvPr>
          <p:cNvSpPr txBox="1"/>
          <p:nvPr/>
        </p:nvSpPr>
        <p:spPr>
          <a:xfrm>
            <a:off x="619125" y="2230635"/>
            <a:ext cx="4391025" cy="445591"/>
          </a:xfrm>
          <a:prstGeom prst="rect">
            <a:avLst/>
          </a:prstGeom>
          <a:noFill/>
        </p:spPr>
        <p:txBody>
          <a:bodyPr wrap="square" rtlCol="0">
            <a:normAutofit fontScale="92500" lnSpcReduction="20000"/>
          </a:bodyPr>
          <a:lstStyle/>
          <a:p>
            <a:pPr marL="0" algn="l">
              <a:spcBef>
                <a:spcPts val="750"/>
              </a:spcBef>
              <a:buNone/>
            </a:pPr>
            <a:r>
              <a:rPr sz="1350" b="0">
                <a:solidFill>
                  <a:srgbClr val="0D0B2C"/>
                </a:solidFill>
                <a:effectLst/>
                <a:latin typeface="Arial" panose="020B0604020202020204" pitchFamily="34" charset="0"/>
              </a:rPr>
              <a:t>Autenticación biométrica (rostro o huella) que reduce dependencia de contraseñas y fortalece el acceso.</a:t>
            </a:r>
            <a:r>
              <a:rPr>
                <a:effectLst/>
              </a:rPr>
              <a:t> </a:t>
            </a:r>
            <a:endParaRPr lang="es-ES"/>
          </a:p>
        </p:txBody>
      </p:sp>
      <p:sp>
        <p:nvSpPr>
          <p:cNvPr id="13" name="CuadroTexto 12">
            <a:extLst>
              <a:ext uri="{FF2B5EF4-FFF2-40B4-BE49-F238E27FC236}">
                <a16:creationId xmlns:a16="http://schemas.microsoft.com/office/drawing/2014/main" id="{43F1096E-FE60-4961-8E0D-24D8AB3EC76E}"/>
              </a:ext>
            </a:extLst>
          </p:cNvPr>
          <p:cNvSpPr txBox="1"/>
          <p:nvPr/>
        </p:nvSpPr>
        <p:spPr>
          <a:xfrm>
            <a:off x="619125" y="2771477"/>
            <a:ext cx="4391025" cy="205680"/>
          </a:xfrm>
          <a:prstGeom prst="rect">
            <a:avLst/>
          </a:prstGeom>
          <a:noFill/>
        </p:spPr>
        <p:txBody>
          <a:bodyPr wrap="square" rtlCol="0">
            <a:noAutofit/>
          </a:bodyPr>
          <a:lstStyle/>
          <a:p>
            <a:pPr marL="0" algn="l">
              <a:spcBef>
                <a:spcPts val="750"/>
              </a:spcBef>
              <a:buNone/>
            </a:pPr>
            <a:r>
              <a:rPr sz="1600" b="1" dirty="0">
                <a:solidFill>
                  <a:srgbClr val="0D0B2C"/>
                </a:solidFill>
                <a:effectLst/>
                <a:latin typeface="Arial" panose="020B0604020202020204" pitchFamily="34" charset="0"/>
              </a:rPr>
              <a:t>BitLocker</a:t>
            </a:r>
            <a:r>
              <a:rPr sz="1600" dirty="0">
                <a:effectLst/>
              </a:rPr>
              <a:t> </a:t>
            </a:r>
            <a:endParaRPr lang="es-ES" sz="1600" dirty="0"/>
          </a:p>
        </p:txBody>
      </p:sp>
      <p:sp>
        <p:nvSpPr>
          <p:cNvPr id="14" name="CuadroTexto 13">
            <a:extLst>
              <a:ext uri="{FF2B5EF4-FFF2-40B4-BE49-F238E27FC236}">
                <a16:creationId xmlns:a16="http://schemas.microsoft.com/office/drawing/2014/main" id="{4491E4C2-C03D-4EF5-89A3-FC872B5F98BC}"/>
              </a:ext>
            </a:extLst>
          </p:cNvPr>
          <p:cNvSpPr txBox="1"/>
          <p:nvPr/>
        </p:nvSpPr>
        <p:spPr>
          <a:xfrm>
            <a:off x="619125" y="3072407"/>
            <a:ext cx="4391025" cy="445591"/>
          </a:xfrm>
          <a:prstGeom prst="rect">
            <a:avLst/>
          </a:prstGeom>
          <a:noFill/>
        </p:spPr>
        <p:txBody>
          <a:bodyPr wrap="square" rtlCol="0">
            <a:normAutofit fontScale="92500" lnSpcReduction="20000"/>
          </a:bodyPr>
          <a:lstStyle/>
          <a:p>
            <a:pPr marL="0" algn="l">
              <a:spcBef>
                <a:spcPts val="750"/>
              </a:spcBef>
              <a:buNone/>
            </a:pPr>
            <a:r>
              <a:rPr sz="1350" b="0">
                <a:solidFill>
                  <a:srgbClr val="0D0B2C"/>
                </a:solidFill>
                <a:effectLst/>
                <a:latin typeface="Arial" panose="020B0604020202020204" pitchFamily="34" charset="0"/>
              </a:rPr>
              <a:t>Cifrado completo del disco que protege datos en reposo frente a pérdida o robo de dispositivos.</a:t>
            </a:r>
            <a:r>
              <a:rPr>
                <a:effectLst/>
              </a:rPr>
              <a:t> </a:t>
            </a:r>
            <a:endParaRPr lang="es-ES"/>
          </a:p>
        </p:txBody>
      </p:sp>
      <p:sp>
        <p:nvSpPr>
          <p:cNvPr id="15" name="CuadroTexto 14">
            <a:extLst>
              <a:ext uri="{FF2B5EF4-FFF2-40B4-BE49-F238E27FC236}">
                <a16:creationId xmlns:a16="http://schemas.microsoft.com/office/drawing/2014/main" id="{9E840B6E-BA29-4768-B248-B1F8495EC39D}"/>
              </a:ext>
            </a:extLst>
          </p:cNvPr>
          <p:cNvSpPr txBox="1"/>
          <p:nvPr/>
        </p:nvSpPr>
        <p:spPr>
          <a:xfrm>
            <a:off x="619125" y="3613249"/>
            <a:ext cx="4391025" cy="205680"/>
          </a:xfrm>
          <a:prstGeom prst="rect">
            <a:avLst/>
          </a:prstGeom>
          <a:noFill/>
        </p:spPr>
        <p:txBody>
          <a:bodyPr wrap="square" rtlCol="0">
            <a:noAutofit/>
          </a:bodyPr>
          <a:lstStyle/>
          <a:p>
            <a:pPr marL="0" algn="l">
              <a:spcBef>
                <a:spcPts val="750"/>
              </a:spcBef>
              <a:buNone/>
            </a:pPr>
            <a:r>
              <a:rPr sz="1600" b="1" dirty="0">
                <a:solidFill>
                  <a:srgbClr val="0D0B2C"/>
                </a:solidFill>
                <a:effectLst/>
                <a:latin typeface="Arial" panose="020B0604020202020204" pitchFamily="34" charset="0"/>
              </a:rPr>
              <a:t>Microsoft Defender</a:t>
            </a:r>
            <a:r>
              <a:rPr sz="1600" dirty="0">
                <a:effectLst/>
              </a:rPr>
              <a:t> </a:t>
            </a:r>
            <a:endParaRPr lang="es-ES" sz="1600" dirty="0"/>
          </a:p>
        </p:txBody>
      </p:sp>
      <p:sp>
        <p:nvSpPr>
          <p:cNvPr id="16" name="CuadroTexto 15">
            <a:extLst>
              <a:ext uri="{FF2B5EF4-FFF2-40B4-BE49-F238E27FC236}">
                <a16:creationId xmlns:a16="http://schemas.microsoft.com/office/drawing/2014/main" id="{9EE4714A-0CE1-48B6-BC79-2B0E4988FC6A}"/>
              </a:ext>
            </a:extLst>
          </p:cNvPr>
          <p:cNvSpPr txBox="1"/>
          <p:nvPr/>
        </p:nvSpPr>
        <p:spPr>
          <a:xfrm>
            <a:off x="619125" y="3914179"/>
            <a:ext cx="4391025" cy="445591"/>
          </a:xfrm>
          <a:prstGeom prst="rect">
            <a:avLst/>
          </a:prstGeom>
          <a:noFill/>
        </p:spPr>
        <p:txBody>
          <a:bodyPr wrap="square" rtlCol="0">
            <a:normAutofit fontScale="92500" lnSpcReduction="20000"/>
          </a:bodyPr>
          <a:lstStyle/>
          <a:p>
            <a:pPr marL="0" algn="l">
              <a:spcBef>
                <a:spcPts val="750"/>
              </a:spcBef>
              <a:buNone/>
            </a:pPr>
            <a:r>
              <a:rPr sz="1350" b="0">
                <a:solidFill>
                  <a:srgbClr val="0D0B2C"/>
                </a:solidFill>
                <a:effectLst/>
                <a:latin typeface="Arial" panose="020B0604020202020204" pitchFamily="34" charset="0"/>
              </a:rPr>
              <a:t>Protección en tiempo real contra malware, phishing y amenazas avanzadas con actualizaciones continuas.</a:t>
            </a:r>
            <a:r>
              <a:rPr>
                <a:effectLst/>
              </a:rPr>
              <a:t> </a:t>
            </a:r>
            <a:endParaRPr lang="es-ES"/>
          </a:p>
        </p:txBody>
      </p:sp>
      <p:sp>
        <p:nvSpPr>
          <p:cNvPr id="17" name="CuadroTexto 16">
            <a:extLst>
              <a:ext uri="{FF2B5EF4-FFF2-40B4-BE49-F238E27FC236}">
                <a16:creationId xmlns:a16="http://schemas.microsoft.com/office/drawing/2014/main" id="{5D65D061-CD48-4DE3-B22E-89821969E29B}"/>
              </a:ext>
            </a:extLst>
          </p:cNvPr>
          <p:cNvSpPr txBox="1"/>
          <p:nvPr/>
        </p:nvSpPr>
        <p:spPr>
          <a:xfrm>
            <a:off x="619123" y="4455020"/>
            <a:ext cx="4391025" cy="205680"/>
          </a:xfrm>
          <a:prstGeom prst="rect">
            <a:avLst/>
          </a:prstGeom>
          <a:noFill/>
        </p:spPr>
        <p:txBody>
          <a:bodyPr wrap="square" rtlCol="0">
            <a:noAutofit/>
          </a:bodyPr>
          <a:lstStyle/>
          <a:p>
            <a:pPr marL="0" algn="l">
              <a:spcBef>
                <a:spcPts val="750"/>
              </a:spcBef>
              <a:buNone/>
            </a:pPr>
            <a:r>
              <a:rPr sz="1600" b="1" dirty="0" err="1">
                <a:solidFill>
                  <a:srgbClr val="0D0B2C"/>
                </a:solidFill>
                <a:effectLst/>
                <a:latin typeface="Arial" panose="020B0604020202020204" pitchFamily="34" charset="0"/>
              </a:rPr>
              <a:t>Privacidad</a:t>
            </a:r>
            <a:r>
              <a:rPr sz="1600" b="1" dirty="0">
                <a:solidFill>
                  <a:srgbClr val="0D0B2C"/>
                </a:solidFill>
                <a:effectLst/>
                <a:latin typeface="Arial" panose="020B0604020202020204" pitchFamily="34" charset="0"/>
              </a:rPr>
              <a:t> y </a:t>
            </a:r>
            <a:r>
              <a:rPr sz="1600" b="1" dirty="0" err="1">
                <a:solidFill>
                  <a:srgbClr val="0D0B2C"/>
                </a:solidFill>
                <a:effectLst/>
                <a:latin typeface="Arial" panose="020B0604020202020204" pitchFamily="34" charset="0"/>
              </a:rPr>
              <a:t>cumplimiento</a:t>
            </a:r>
            <a:r>
              <a:rPr sz="1600" dirty="0">
                <a:effectLst/>
              </a:rPr>
              <a:t> </a:t>
            </a:r>
            <a:endParaRPr lang="es-ES" sz="1600" dirty="0"/>
          </a:p>
        </p:txBody>
      </p:sp>
      <p:sp>
        <p:nvSpPr>
          <p:cNvPr id="18" name="CuadroTexto 17">
            <a:extLst>
              <a:ext uri="{FF2B5EF4-FFF2-40B4-BE49-F238E27FC236}">
                <a16:creationId xmlns:a16="http://schemas.microsoft.com/office/drawing/2014/main" id="{9C1A3A43-EB3B-408F-9E0D-7ADFA2CA6188}"/>
              </a:ext>
            </a:extLst>
          </p:cNvPr>
          <p:cNvSpPr txBox="1"/>
          <p:nvPr/>
        </p:nvSpPr>
        <p:spPr>
          <a:xfrm>
            <a:off x="619125" y="4755951"/>
            <a:ext cx="4391025" cy="668387"/>
          </a:xfrm>
          <a:prstGeom prst="rect">
            <a:avLst/>
          </a:prstGeom>
          <a:noFill/>
        </p:spPr>
        <p:txBody>
          <a:bodyPr wrap="square" rtlCol="0">
            <a:normAutofit fontScale="92500"/>
          </a:bodyPr>
          <a:lstStyle/>
          <a:p>
            <a:pPr marL="0" algn="l">
              <a:spcBef>
                <a:spcPts val="750"/>
              </a:spcBef>
              <a:buNone/>
            </a:pPr>
            <a:r>
              <a:rPr sz="1350" b="0">
                <a:solidFill>
                  <a:srgbClr val="0D0B2C"/>
                </a:solidFill>
                <a:effectLst/>
                <a:latin typeface="Arial" panose="020B0604020202020204" pitchFamily="34" charset="0"/>
              </a:rPr>
              <a:t>Configuración adecuada asegura privacidad y alineación con GDPR, clave para datos sensibles en TechSolutions.</a:t>
            </a:r>
            <a:r>
              <a:rPr>
                <a:effectLst/>
              </a:rPr>
              <a:t> </a:t>
            </a:r>
            <a:endParaRPr lang="es-ES"/>
          </a:p>
        </p:txBody>
      </p:sp>
    </p:spTree>
    <p:extLst>
      <p:ext uri="{BB962C8B-B14F-4D97-AF65-F5344CB8AC3E}">
        <p14:creationId xmlns:p14="http://schemas.microsoft.com/office/powerpoint/2010/main" val="3973278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Marcador de contenido 7">
            <a:extLst>
              <a:ext uri="{FF2B5EF4-FFF2-40B4-BE49-F238E27FC236}">
                <a16:creationId xmlns:a16="http://schemas.microsoft.com/office/drawing/2014/main" id="{85099C08-C5C8-4A17-8E5A-E967F5B0596A}"/>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Marcador de contenido 3">
            <a:extLst>
              <a:ext uri="{FF2B5EF4-FFF2-40B4-BE49-F238E27FC236}">
                <a16:creationId xmlns:a16="http://schemas.microsoft.com/office/drawing/2014/main" id="{EAB690BC-6DA2-6755-18B3-591D8E5EB164}"/>
              </a:ext>
            </a:extLst>
          </p:cNvPr>
          <p:cNvSpPr>
            <a:spLocks noGrp="1"/>
          </p:cNvSpPr>
          <p:nvPr>
            <p:ph sz="quarter" idx="16"/>
          </p:nvPr>
        </p:nvSpPr>
        <p:spPr>
          <a:xfrm>
            <a:off x="619125" y="581025"/>
            <a:ext cx="10972800" cy="422374"/>
          </a:xfrm>
        </p:spPr>
        <p:txBody>
          <a:bodyPr/>
          <a:lstStyle/>
          <a:p>
            <a:pPr marL="0" indent="0" algn="l">
              <a:buNone/>
            </a:pPr>
            <a:r>
              <a:rPr b="1">
                <a:solidFill>
                  <a:srgbClr val="E94795"/>
                </a:solidFill>
                <a:effectLst/>
                <a:latin typeface="Arial" panose="020B0604020202020204" pitchFamily="34" charset="0"/>
              </a:rPr>
              <a:t>RESPALDO Y RECUPERACIÓN</a:t>
            </a:r>
            <a:r>
              <a:rPr>
                <a:effectLst/>
              </a:rPr>
              <a:t> </a:t>
            </a:r>
            <a:endParaRPr lang="es-ES"/>
          </a:p>
        </p:txBody>
      </p:sp>
      <p:sp>
        <p:nvSpPr>
          <p:cNvPr id="6" name="Marcador de fecha 5">
            <a:extLst>
              <a:ext uri="{FF2B5EF4-FFF2-40B4-BE49-F238E27FC236}">
                <a16:creationId xmlns:a16="http://schemas.microsoft.com/office/drawing/2014/main" id="{253FBDD5-52D3-DD93-5C29-0E6210572561}"/>
              </a:ext>
            </a:extLst>
          </p:cNvPr>
          <p:cNvSpPr>
            <a:spLocks noGrp="1"/>
          </p:cNvSpPr>
          <p:nvPr>
            <p:ph type="dt" sz="half" idx="10"/>
          </p:nvPr>
        </p:nvSpPr>
        <p:spPr/>
        <p:txBody>
          <a:bodyPr/>
          <a:lstStyle/>
          <a:p>
            <a:pPr rtl="0"/>
            <a:r>
              <a:rPr lang="en-US"/>
              <a:t>14/11/2025</a:t>
            </a:r>
          </a:p>
        </p:txBody>
      </p:sp>
      <p:sp>
        <p:nvSpPr>
          <p:cNvPr id="7" name="Marcador de número de diapositiva 6">
            <a:extLst>
              <a:ext uri="{FF2B5EF4-FFF2-40B4-BE49-F238E27FC236}">
                <a16:creationId xmlns:a16="http://schemas.microsoft.com/office/drawing/2014/main" id="{BF98D178-1DB6-4269-BDB4-4CD46E4C4106}"/>
              </a:ext>
            </a:extLst>
          </p:cNvPr>
          <p:cNvSpPr>
            <a:spLocks noGrp="1"/>
          </p:cNvSpPr>
          <p:nvPr>
            <p:ph type="sldNum" sz="quarter" idx="12"/>
          </p:nvPr>
        </p:nvSpPr>
        <p:spPr/>
        <p:txBody>
          <a:bodyPr/>
          <a:lstStyle/>
          <a:p>
            <a:pPr rtl="0"/>
            <a:fld id="{AEAA3239-9EA4-4A65-A281-97F994456D9F}" type="slidenum">
              <a:rPr lang="en-US" smtClean="0"/>
              <a:t>6</a:t>
            </a:fld>
            <a:endParaRPr lang="en-US"/>
          </a:p>
        </p:txBody>
      </p:sp>
      <p:sp>
        <p:nvSpPr>
          <p:cNvPr id="9" name="CuadroTexto 8">
            <a:extLst>
              <a:ext uri="{FF2B5EF4-FFF2-40B4-BE49-F238E27FC236}">
                <a16:creationId xmlns:a16="http://schemas.microsoft.com/office/drawing/2014/main" id="{91CB205A-7B55-42F5-8C0C-BDE2B4DBA13E}"/>
              </a:ext>
            </a:extLst>
          </p:cNvPr>
          <p:cNvSpPr txBox="1"/>
          <p:nvPr/>
        </p:nvSpPr>
        <p:spPr>
          <a:xfrm>
            <a:off x="619125" y="2705992"/>
            <a:ext cx="1638300" cy="2234207"/>
          </a:xfrm>
          <a:prstGeom prst="rect">
            <a:avLst/>
          </a:prstGeom>
          <a:noFill/>
        </p:spPr>
        <p:txBody>
          <a:bodyPr wrap="square" rtlCol="0">
            <a:normAutofit lnSpcReduction="10000"/>
          </a:bodyPr>
          <a:lstStyle/>
          <a:p>
            <a:pPr marL="0" algn="l">
              <a:spcAft>
                <a:spcPts val="1200"/>
              </a:spcAft>
              <a:buNone/>
            </a:pPr>
            <a:r>
              <a:rPr sz="3600" b="1">
                <a:solidFill>
                  <a:srgbClr val="0D0B2C"/>
                </a:solidFill>
                <a:effectLst/>
                <a:latin typeface="Arial" panose="020B0604020202020204" pitchFamily="34" charset="0"/>
              </a:rPr>
              <a:t>01</a:t>
            </a:r>
            <a:r>
              <a:rPr>
                <a:effectLst/>
              </a:rPr>
              <a:t> </a:t>
            </a:r>
          </a:p>
          <a:p>
            <a:pPr marL="0" algn="l">
              <a:spcAft>
                <a:spcPts val="600"/>
              </a:spcAft>
              <a:buNone/>
            </a:pPr>
            <a:r>
              <a:rPr sz="1350" b="1">
                <a:solidFill>
                  <a:srgbClr val="0D0B2C"/>
                </a:solidFill>
                <a:effectLst/>
                <a:latin typeface="Arial" panose="020B0604020202020204" pitchFamily="34" charset="0"/>
              </a:rPr>
              <a:t>Respaldo local</a:t>
            </a:r>
            <a:r>
              <a:rPr>
                <a:effectLst/>
              </a:rPr>
              <a:t> </a:t>
            </a:r>
          </a:p>
          <a:p>
            <a:pPr marL="0" algn="l">
              <a:buNone/>
            </a:pPr>
            <a:r>
              <a:rPr sz="1350" b="0">
                <a:solidFill>
                  <a:srgbClr val="0D0B2C"/>
                </a:solidFill>
                <a:effectLst/>
                <a:latin typeface="Arial" panose="020B0604020202020204" pitchFamily="34" charset="0"/>
              </a:rPr>
              <a:t>Almacena copias en servidores internos para acceso rápido y restauración inmediata.</a:t>
            </a:r>
            <a:r>
              <a:rPr>
                <a:effectLst/>
              </a:rPr>
              <a:t> </a:t>
            </a:r>
            <a:endParaRPr lang="es-ES"/>
          </a:p>
        </p:txBody>
      </p:sp>
      <p:sp>
        <p:nvSpPr>
          <p:cNvPr id="10" name="CuadroTexto 9">
            <a:extLst>
              <a:ext uri="{FF2B5EF4-FFF2-40B4-BE49-F238E27FC236}">
                <a16:creationId xmlns:a16="http://schemas.microsoft.com/office/drawing/2014/main" id="{097B9C8F-7BA5-4BF2-96B9-5C2A179ADC2B}"/>
              </a:ext>
            </a:extLst>
          </p:cNvPr>
          <p:cNvSpPr txBox="1"/>
          <p:nvPr/>
        </p:nvSpPr>
        <p:spPr>
          <a:xfrm>
            <a:off x="2486025" y="2705992"/>
            <a:ext cx="1638300" cy="2208460"/>
          </a:xfrm>
          <a:prstGeom prst="rect">
            <a:avLst/>
          </a:prstGeom>
          <a:noFill/>
        </p:spPr>
        <p:txBody>
          <a:bodyPr wrap="square" rtlCol="0">
            <a:normAutofit fontScale="92500"/>
          </a:bodyPr>
          <a:lstStyle/>
          <a:p>
            <a:pPr marL="0" algn="l">
              <a:spcAft>
                <a:spcPts val="1200"/>
              </a:spcAft>
              <a:buNone/>
            </a:pPr>
            <a:r>
              <a:rPr sz="3600" b="1">
                <a:solidFill>
                  <a:srgbClr val="0D0B2C"/>
                </a:solidFill>
                <a:effectLst/>
                <a:latin typeface="Arial" panose="020B0604020202020204" pitchFamily="34" charset="0"/>
              </a:rPr>
              <a:t>02</a:t>
            </a:r>
            <a:r>
              <a:rPr>
                <a:effectLst/>
              </a:rPr>
              <a:t> </a:t>
            </a:r>
          </a:p>
          <a:p>
            <a:pPr marL="0" algn="l">
              <a:spcAft>
                <a:spcPts val="600"/>
              </a:spcAft>
              <a:buNone/>
            </a:pPr>
            <a:r>
              <a:rPr sz="1350" b="1">
                <a:solidFill>
                  <a:srgbClr val="0D0B2C"/>
                </a:solidFill>
                <a:effectLst/>
                <a:latin typeface="Arial" panose="020B0604020202020204" pitchFamily="34" charset="0"/>
              </a:rPr>
              <a:t>Respaldo en la nube</a:t>
            </a:r>
            <a:r>
              <a:rPr>
                <a:effectLst/>
              </a:rPr>
              <a:t> </a:t>
            </a:r>
          </a:p>
          <a:p>
            <a:pPr marL="0" algn="l">
              <a:buNone/>
            </a:pPr>
            <a:r>
              <a:rPr sz="1350" b="0">
                <a:solidFill>
                  <a:srgbClr val="0D0B2C"/>
                </a:solidFill>
                <a:effectLst/>
                <a:latin typeface="Arial" panose="020B0604020202020204" pitchFamily="34" charset="0"/>
              </a:rPr>
              <a:t>Usa Azure Backup para copias externas disponibles ante fallos físicos.</a:t>
            </a:r>
            <a:r>
              <a:rPr>
                <a:effectLst/>
              </a:rPr>
              <a:t> </a:t>
            </a:r>
            <a:endParaRPr lang="es-ES"/>
          </a:p>
        </p:txBody>
      </p:sp>
      <p:sp>
        <p:nvSpPr>
          <p:cNvPr id="11" name="CuadroTexto 10">
            <a:extLst>
              <a:ext uri="{FF2B5EF4-FFF2-40B4-BE49-F238E27FC236}">
                <a16:creationId xmlns:a16="http://schemas.microsoft.com/office/drawing/2014/main" id="{40A7A49D-5F16-4F71-B2F8-5FA12A53DB68}"/>
              </a:ext>
            </a:extLst>
          </p:cNvPr>
          <p:cNvSpPr txBox="1"/>
          <p:nvPr/>
        </p:nvSpPr>
        <p:spPr>
          <a:xfrm>
            <a:off x="4352925" y="2705992"/>
            <a:ext cx="1638300" cy="2208460"/>
          </a:xfrm>
          <a:prstGeom prst="rect">
            <a:avLst/>
          </a:prstGeom>
          <a:noFill/>
        </p:spPr>
        <p:txBody>
          <a:bodyPr wrap="square" rtlCol="0">
            <a:normAutofit fontScale="92500"/>
          </a:bodyPr>
          <a:lstStyle/>
          <a:p>
            <a:pPr marL="0" algn="l">
              <a:spcAft>
                <a:spcPts val="1200"/>
              </a:spcAft>
              <a:buNone/>
            </a:pPr>
            <a:r>
              <a:rPr sz="3600" b="1">
                <a:solidFill>
                  <a:srgbClr val="0D0B2C"/>
                </a:solidFill>
                <a:effectLst/>
                <a:latin typeface="Arial" panose="020B0604020202020204" pitchFamily="34" charset="0"/>
              </a:rPr>
              <a:t>03</a:t>
            </a:r>
            <a:r>
              <a:rPr>
                <a:effectLst/>
              </a:rPr>
              <a:t> </a:t>
            </a:r>
          </a:p>
          <a:p>
            <a:pPr marL="0" algn="l">
              <a:spcAft>
                <a:spcPts val="600"/>
              </a:spcAft>
              <a:buNone/>
            </a:pPr>
            <a:r>
              <a:rPr sz="1350" b="1">
                <a:solidFill>
                  <a:srgbClr val="0D0B2C"/>
                </a:solidFill>
                <a:effectLst/>
                <a:latin typeface="Arial" panose="020B0604020202020204" pitchFamily="34" charset="0"/>
              </a:rPr>
              <a:t>Backups incrementales</a:t>
            </a:r>
            <a:r>
              <a:rPr>
                <a:effectLst/>
              </a:rPr>
              <a:t> </a:t>
            </a:r>
          </a:p>
          <a:p>
            <a:pPr marL="0" algn="l">
              <a:buNone/>
            </a:pPr>
            <a:r>
              <a:rPr sz="1350" b="0">
                <a:solidFill>
                  <a:srgbClr val="0D0B2C"/>
                </a:solidFill>
                <a:effectLst/>
                <a:latin typeface="Arial" panose="020B0604020202020204" pitchFamily="34" charset="0"/>
              </a:rPr>
              <a:t>Copia solo cambios recientes, optimizando espacio y velocidad.</a:t>
            </a:r>
            <a:r>
              <a:rPr>
                <a:effectLst/>
              </a:rPr>
              <a:t> </a:t>
            </a:r>
            <a:endParaRPr lang="es-ES"/>
          </a:p>
        </p:txBody>
      </p:sp>
      <p:sp>
        <p:nvSpPr>
          <p:cNvPr id="12" name="CuadroTexto 11">
            <a:extLst>
              <a:ext uri="{FF2B5EF4-FFF2-40B4-BE49-F238E27FC236}">
                <a16:creationId xmlns:a16="http://schemas.microsoft.com/office/drawing/2014/main" id="{EFE33C72-AD82-428F-B0FD-AB70F4E3DFDE}"/>
              </a:ext>
            </a:extLst>
          </p:cNvPr>
          <p:cNvSpPr txBox="1"/>
          <p:nvPr/>
        </p:nvSpPr>
        <p:spPr>
          <a:xfrm>
            <a:off x="6219825" y="2705992"/>
            <a:ext cx="1638300" cy="2439888"/>
          </a:xfrm>
          <a:prstGeom prst="rect">
            <a:avLst/>
          </a:prstGeom>
          <a:noFill/>
        </p:spPr>
        <p:txBody>
          <a:bodyPr wrap="square" rtlCol="0">
            <a:normAutofit lnSpcReduction="10000"/>
          </a:bodyPr>
          <a:lstStyle/>
          <a:p>
            <a:pPr marL="0" algn="l">
              <a:spcAft>
                <a:spcPts val="1200"/>
              </a:spcAft>
              <a:buNone/>
            </a:pPr>
            <a:r>
              <a:rPr sz="3600" b="1">
                <a:solidFill>
                  <a:srgbClr val="0D0B2C"/>
                </a:solidFill>
                <a:effectLst/>
                <a:latin typeface="Arial" panose="020B0604020202020204" pitchFamily="34" charset="0"/>
              </a:rPr>
              <a:t>04</a:t>
            </a:r>
            <a:r>
              <a:rPr>
                <a:effectLst/>
              </a:rPr>
              <a:t> </a:t>
            </a:r>
          </a:p>
          <a:p>
            <a:pPr marL="0" algn="l">
              <a:spcAft>
                <a:spcPts val="600"/>
              </a:spcAft>
              <a:buNone/>
            </a:pPr>
            <a:r>
              <a:rPr sz="1350" b="1">
                <a:solidFill>
                  <a:srgbClr val="0D0B2C"/>
                </a:solidFill>
                <a:effectLst/>
                <a:latin typeface="Arial" panose="020B0604020202020204" pitchFamily="34" charset="0"/>
              </a:rPr>
              <a:t>Copias automáticas</a:t>
            </a:r>
            <a:r>
              <a:rPr>
                <a:effectLst/>
              </a:rPr>
              <a:t> </a:t>
            </a:r>
          </a:p>
          <a:p>
            <a:pPr marL="0" algn="l">
              <a:buNone/>
            </a:pPr>
            <a:r>
              <a:rPr sz="1350" b="0">
                <a:solidFill>
                  <a:srgbClr val="0D0B2C"/>
                </a:solidFill>
                <a:effectLst/>
                <a:latin typeface="Arial" panose="020B0604020202020204" pitchFamily="34" charset="0"/>
              </a:rPr>
              <a:t>Programa respaldos periódicos para mantener datos siempre actualizados.</a:t>
            </a:r>
            <a:r>
              <a:rPr>
                <a:effectLst/>
              </a:rPr>
              <a:t> </a:t>
            </a:r>
            <a:endParaRPr lang="es-ES"/>
          </a:p>
        </p:txBody>
      </p:sp>
      <p:sp>
        <p:nvSpPr>
          <p:cNvPr id="13" name="CuadroTexto 12">
            <a:extLst>
              <a:ext uri="{FF2B5EF4-FFF2-40B4-BE49-F238E27FC236}">
                <a16:creationId xmlns:a16="http://schemas.microsoft.com/office/drawing/2014/main" id="{A333C8DC-9280-4E45-8BBA-450CD999C9FD}"/>
              </a:ext>
            </a:extLst>
          </p:cNvPr>
          <p:cNvSpPr txBox="1"/>
          <p:nvPr/>
        </p:nvSpPr>
        <p:spPr>
          <a:xfrm>
            <a:off x="8086725" y="2705992"/>
            <a:ext cx="1638300" cy="2439888"/>
          </a:xfrm>
          <a:prstGeom prst="rect">
            <a:avLst/>
          </a:prstGeom>
          <a:noFill/>
        </p:spPr>
        <p:txBody>
          <a:bodyPr wrap="square" rtlCol="0">
            <a:normAutofit lnSpcReduction="10000"/>
          </a:bodyPr>
          <a:lstStyle/>
          <a:p>
            <a:pPr marL="0" algn="l">
              <a:spcAft>
                <a:spcPts val="1200"/>
              </a:spcAft>
              <a:buNone/>
            </a:pPr>
            <a:r>
              <a:rPr sz="3600" b="1">
                <a:solidFill>
                  <a:srgbClr val="0D0B2C"/>
                </a:solidFill>
                <a:effectLst/>
                <a:latin typeface="Arial" panose="020B0604020202020204" pitchFamily="34" charset="0"/>
              </a:rPr>
              <a:t>05</a:t>
            </a:r>
            <a:r>
              <a:rPr>
                <a:effectLst/>
              </a:rPr>
              <a:t> </a:t>
            </a:r>
          </a:p>
          <a:p>
            <a:pPr marL="0" algn="l">
              <a:spcAft>
                <a:spcPts val="600"/>
              </a:spcAft>
              <a:buNone/>
            </a:pPr>
            <a:r>
              <a:rPr sz="1350" b="1">
                <a:solidFill>
                  <a:srgbClr val="0D0B2C"/>
                </a:solidFill>
                <a:effectLst/>
                <a:latin typeface="Arial" panose="020B0604020202020204" pitchFamily="34" charset="0"/>
              </a:rPr>
              <a:t>Pruebas de recuperación</a:t>
            </a:r>
            <a:r>
              <a:rPr>
                <a:effectLst/>
              </a:rPr>
              <a:t> </a:t>
            </a:r>
          </a:p>
          <a:p>
            <a:pPr marL="0" algn="l">
              <a:buNone/>
            </a:pPr>
            <a:r>
              <a:rPr sz="1350" b="0">
                <a:solidFill>
                  <a:srgbClr val="0D0B2C"/>
                </a:solidFill>
                <a:effectLst/>
                <a:latin typeface="Arial" panose="020B0604020202020204" pitchFamily="34" charset="0"/>
              </a:rPr>
              <a:t>Simula restauraciones para validar integridad y accesibilidad de datos críticos.</a:t>
            </a:r>
            <a:r>
              <a:rPr>
                <a:effectLst/>
              </a:rPr>
              <a:t> </a:t>
            </a:r>
            <a:endParaRPr lang="es-ES"/>
          </a:p>
        </p:txBody>
      </p:sp>
      <p:sp>
        <p:nvSpPr>
          <p:cNvPr id="14" name="CuadroTexto 13">
            <a:extLst>
              <a:ext uri="{FF2B5EF4-FFF2-40B4-BE49-F238E27FC236}">
                <a16:creationId xmlns:a16="http://schemas.microsoft.com/office/drawing/2014/main" id="{D69CC564-188A-40D6-B2C3-51D7523F82C1}"/>
              </a:ext>
            </a:extLst>
          </p:cNvPr>
          <p:cNvSpPr txBox="1"/>
          <p:nvPr/>
        </p:nvSpPr>
        <p:spPr>
          <a:xfrm>
            <a:off x="9953625" y="2705992"/>
            <a:ext cx="1638300" cy="2439888"/>
          </a:xfrm>
          <a:prstGeom prst="rect">
            <a:avLst/>
          </a:prstGeom>
          <a:noFill/>
        </p:spPr>
        <p:txBody>
          <a:bodyPr wrap="square" rtlCol="0">
            <a:normAutofit lnSpcReduction="10000"/>
          </a:bodyPr>
          <a:lstStyle/>
          <a:p>
            <a:pPr marL="0" algn="l">
              <a:spcAft>
                <a:spcPts val="1200"/>
              </a:spcAft>
              <a:buNone/>
            </a:pPr>
            <a:r>
              <a:rPr sz="3600" b="1">
                <a:solidFill>
                  <a:srgbClr val="0D0B2C"/>
                </a:solidFill>
                <a:effectLst/>
                <a:latin typeface="Arial" panose="020B0604020202020204" pitchFamily="34" charset="0"/>
              </a:rPr>
              <a:t>06</a:t>
            </a:r>
            <a:r>
              <a:rPr>
                <a:effectLst/>
              </a:rPr>
              <a:t> </a:t>
            </a:r>
          </a:p>
          <a:p>
            <a:pPr marL="0" algn="l">
              <a:spcAft>
                <a:spcPts val="600"/>
              </a:spcAft>
              <a:buNone/>
            </a:pPr>
            <a:r>
              <a:rPr sz="1350" b="1">
                <a:solidFill>
                  <a:srgbClr val="0D0B2C"/>
                </a:solidFill>
                <a:effectLst/>
                <a:latin typeface="Arial" panose="020B0604020202020204" pitchFamily="34" charset="0"/>
              </a:rPr>
              <a:t>Restauración rápida</a:t>
            </a:r>
            <a:r>
              <a:rPr>
                <a:effectLst/>
              </a:rPr>
              <a:t> </a:t>
            </a:r>
          </a:p>
          <a:p>
            <a:pPr marL="0" algn="l">
              <a:buNone/>
            </a:pPr>
            <a:r>
              <a:rPr sz="1350" b="0">
                <a:solidFill>
                  <a:srgbClr val="0D0B2C"/>
                </a:solidFill>
                <a:effectLst/>
                <a:latin typeface="Arial" panose="020B0604020202020204" pitchFamily="34" charset="0"/>
              </a:rPr>
              <a:t>Restaura la operatividad en minutos, minimizando tiempos de inactividad.</a:t>
            </a:r>
            <a:r>
              <a:rPr>
                <a:effectLst/>
              </a:rPr>
              <a:t> </a:t>
            </a:r>
            <a:endParaRPr lang="es-ES"/>
          </a:p>
        </p:txBody>
      </p:sp>
    </p:spTree>
    <p:extLst>
      <p:ext uri="{BB962C8B-B14F-4D97-AF65-F5344CB8AC3E}">
        <p14:creationId xmlns:p14="http://schemas.microsoft.com/office/powerpoint/2010/main" val="3864367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Marcador de contenido 7">
            <a:extLst>
              <a:ext uri="{FF2B5EF4-FFF2-40B4-BE49-F238E27FC236}">
                <a16:creationId xmlns:a16="http://schemas.microsoft.com/office/drawing/2014/main" id="{6AD9F067-3CF3-44C0-BA13-195E7E44A909}"/>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Marcador de contenido 8">
            <a:extLst>
              <a:ext uri="{FF2B5EF4-FFF2-40B4-BE49-F238E27FC236}">
                <a16:creationId xmlns:a16="http://schemas.microsoft.com/office/drawing/2014/main" id="{33F1A433-4B34-484A-ACC4-EB7DA3FD13C0}"/>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781050" y="2272010"/>
            <a:ext cx="857250" cy="857250"/>
          </a:xfrm>
          <a:prstGeom prst="rect">
            <a:avLst/>
          </a:prstGeom>
        </p:spPr>
      </p:pic>
      <p:sp>
        <p:nvSpPr>
          <p:cNvPr id="6" name="Marcador de fecha 5">
            <a:extLst>
              <a:ext uri="{FF2B5EF4-FFF2-40B4-BE49-F238E27FC236}">
                <a16:creationId xmlns:a16="http://schemas.microsoft.com/office/drawing/2014/main" id="{8BBCE598-B329-69C8-8EB4-164D0DE6EBE1}"/>
              </a:ext>
            </a:extLst>
          </p:cNvPr>
          <p:cNvSpPr>
            <a:spLocks noGrp="1"/>
          </p:cNvSpPr>
          <p:nvPr>
            <p:ph type="dt" sz="half" idx="10"/>
          </p:nvPr>
        </p:nvSpPr>
        <p:spPr/>
        <p:txBody>
          <a:bodyPr/>
          <a:lstStyle/>
          <a:p>
            <a:pPr rtl="0"/>
            <a:r>
              <a:rPr lang="en-US"/>
              <a:t>14/11/2025</a:t>
            </a:r>
          </a:p>
        </p:txBody>
      </p:sp>
      <p:sp>
        <p:nvSpPr>
          <p:cNvPr id="7" name="Marcador de número de diapositiva 6">
            <a:extLst>
              <a:ext uri="{FF2B5EF4-FFF2-40B4-BE49-F238E27FC236}">
                <a16:creationId xmlns:a16="http://schemas.microsoft.com/office/drawing/2014/main" id="{2464B418-79CC-A644-E91E-B1A6E4C3B7D1}"/>
              </a:ext>
            </a:extLst>
          </p:cNvPr>
          <p:cNvSpPr>
            <a:spLocks noGrp="1"/>
          </p:cNvSpPr>
          <p:nvPr>
            <p:ph type="sldNum" sz="quarter" idx="12"/>
          </p:nvPr>
        </p:nvSpPr>
        <p:spPr/>
        <p:txBody>
          <a:bodyPr/>
          <a:lstStyle/>
          <a:p>
            <a:pPr rtl="0"/>
            <a:fld id="{AEAA3239-9EA4-4A65-A281-97F994456D9F}" type="slidenum">
              <a:rPr lang="en-US" smtClean="0"/>
              <a:t>7</a:t>
            </a:fld>
            <a:endParaRPr lang="en-US"/>
          </a:p>
        </p:txBody>
      </p:sp>
      <p:pic>
        <p:nvPicPr>
          <p:cNvPr id="10" name="Gráfico 9" descr="Un icono vectorial de una persona recibiendo capacitación frente a una pantalla con un escudo de seguridad, colores vibrantes y fondo transparente">
            <a:extLst>
              <a:ext uri="{FF2B5EF4-FFF2-40B4-BE49-F238E27FC236}">
                <a16:creationId xmlns:a16="http://schemas.microsoft.com/office/drawing/2014/main" id="{79F18662-0AA1-48A2-9B72-C4264619983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5825" y="2376785"/>
            <a:ext cx="647700" cy="647700"/>
          </a:xfrm>
          <a:prstGeom prst="ellipse">
            <a:avLst/>
          </a:prstGeom>
        </p:spPr>
      </p:pic>
      <p:pic>
        <p:nvPicPr>
          <p:cNvPr id="11" name="Gráfico 10">
            <a:extLst>
              <a:ext uri="{FF2B5EF4-FFF2-40B4-BE49-F238E27FC236}">
                <a16:creationId xmlns:a16="http://schemas.microsoft.com/office/drawing/2014/main" id="{5C1CFE3B-7041-4C07-8D11-8EE8265C062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72225" y="2272010"/>
            <a:ext cx="857250" cy="857250"/>
          </a:xfrm>
          <a:prstGeom prst="rect">
            <a:avLst/>
          </a:prstGeom>
        </p:spPr>
      </p:pic>
      <p:pic>
        <p:nvPicPr>
          <p:cNvPr id="12" name="Gráfico 11" descr="Un icono vectorial de un grupo de empleados colaborando con un candado digital flotando sobre ellos, fondo transparente">
            <a:extLst>
              <a:ext uri="{FF2B5EF4-FFF2-40B4-BE49-F238E27FC236}">
                <a16:creationId xmlns:a16="http://schemas.microsoft.com/office/drawing/2014/main" id="{786CE2DA-149B-4379-8960-F961A7F126B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77000" y="2376785"/>
            <a:ext cx="647700" cy="647700"/>
          </a:xfrm>
          <a:prstGeom prst="ellipse">
            <a:avLst/>
          </a:prstGeom>
        </p:spPr>
      </p:pic>
      <p:pic>
        <p:nvPicPr>
          <p:cNvPr id="13" name="Gráfico 12">
            <a:extLst>
              <a:ext uri="{FF2B5EF4-FFF2-40B4-BE49-F238E27FC236}">
                <a16:creationId xmlns:a16="http://schemas.microsoft.com/office/drawing/2014/main" id="{0AF793B1-86F3-4D65-87EA-F92B0CF9B9D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1050" y="4707880"/>
            <a:ext cx="857250" cy="857250"/>
          </a:xfrm>
          <a:prstGeom prst="rect">
            <a:avLst/>
          </a:prstGeom>
        </p:spPr>
      </p:pic>
      <p:pic>
        <p:nvPicPr>
          <p:cNvPr id="14" name="Gráfico 13" descr="Un icono vectorial de una alerta de phishing representada por un sobre con un anzuelo, fondo transparente">
            <a:extLst>
              <a:ext uri="{FF2B5EF4-FFF2-40B4-BE49-F238E27FC236}">
                <a16:creationId xmlns:a16="http://schemas.microsoft.com/office/drawing/2014/main" id="{E073C134-824F-460B-82D4-885A3CA9F81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5825" y="4812655"/>
            <a:ext cx="647700" cy="647700"/>
          </a:xfrm>
          <a:prstGeom prst="ellipse">
            <a:avLst/>
          </a:prstGeom>
        </p:spPr>
      </p:pic>
      <p:pic>
        <p:nvPicPr>
          <p:cNvPr id="15" name="Gráfico 14">
            <a:extLst>
              <a:ext uri="{FF2B5EF4-FFF2-40B4-BE49-F238E27FC236}">
                <a16:creationId xmlns:a16="http://schemas.microsoft.com/office/drawing/2014/main" id="{7C57595A-93F4-43D6-A958-732C077721B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72225" y="4707880"/>
            <a:ext cx="857250" cy="857250"/>
          </a:xfrm>
          <a:prstGeom prst="rect">
            <a:avLst/>
          </a:prstGeom>
        </p:spPr>
      </p:pic>
      <p:pic>
        <p:nvPicPr>
          <p:cNvPr id="16" name="Gráfico 15" descr="An icon-style vector illustration of a shield with a person silhouette inside, representing cyber safety training, in pop magenta and midnight navy, on a circle backdrop (#ECDABC vintage cream), with a transparent background">
            <a:extLst>
              <a:ext uri="{FF2B5EF4-FFF2-40B4-BE49-F238E27FC236}">
                <a16:creationId xmlns:a16="http://schemas.microsoft.com/office/drawing/2014/main" id="{1B0D51FD-8D2E-439F-AD57-62685E65FEB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477000" y="4812655"/>
            <a:ext cx="647700" cy="647700"/>
          </a:xfrm>
          <a:prstGeom prst="ellipse">
            <a:avLst/>
          </a:prstGeom>
        </p:spPr>
      </p:pic>
      <p:sp>
        <p:nvSpPr>
          <p:cNvPr id="17" name="CuadroTexto 16">
            <a:extLst>
              <a:ext uri="{FF2B5EF4-FFF2-40B4-BE49-F238E27FC236}">
                <a16:creationId xmlns:a16="http://schemas.microsoft.com/office/drawing/2014/main" id="{5CA8C641-AE12-48BD-96D7-21E8827BBA11}"/>
              </a:ext>
            </a:extLst>
          </p:cNvPr>
          <p:cNvSpPr txBox="1"/>
          <p:nvPr/>
        </p:nvSpPr>
        <p:spPr>
          <a:xfrm>
            <a:off x="619125" y="1038225"/>
            <a:ext cx="10972800" cy="502890"/>
          </a:xfrm>
          <a:prstGeom prst="rect">
            <a:avLst/>
          </a:prstGeom>
          <a:noFill/>
        </p:spPr>
        <p:txBody>
          <a:bodyPr wrap="square" rtlCol="0">
            <a:normAutofit fontScale="92500" lnSpcReduction="20000"/>
          </a:bodyPr>
          <a:lstStyle/>
          <a:p>
            <a:pPr marL="0" algn="l">
              <a:buNone/>
            </a:pPr>
            <a:r>
              <a:rPr sz="3600" b="1">
                <a:solidFill>
                  <a:srgbClr val="E94795"/>
                </a:solidFill>
                <a:effectLst/>
                <a:latin typeface="Arial" panose="020B0604020202020204" pitchFamily="34" charset="0"/>
              </a:rPr>
              <a:t>CAPACITACIÓN Y CULTURA DE SEGURIDAD</a:t>
            </a:r>
            <a:r>
              <a:rPr>
                <a:effectLst/>
              </a:rPr>
              <a:t> </a:t>
            </a:r>
            <a:endParaRPr lang="es-ES"/>
          </a:p>
        </p:txBody>
      </p:sp>
      <p:sp>
        <p:nvSpPr>
          <p:cNvPr id="18" name="CuadroTexto 17">
            <a:extLst>
              <a:ext uri="{FF2B5EF4-FFF2-40B4-BE49-F238E27FC236}">
                <a16:creationId xmlns:a16="http://schemas.microsoft.com/office/drawing/2014/main" id="{BFDF7413-CD29-45FC-B0BF-D134DE29D5E3}"/>
              </a:ext>
            </a:extLst>
          </p:cNvPr>
          <p:cNvSpPr txBox="1"/>
          <p:nvPr/>
        </p:nvSpPr>
        <p:spPr>
          <a:xfrm>
            <a:off x="1866900" y="2357735"/>
            <a:ext cx="3810000" cy="799802"/>
          </a:xfrm>
          <a:prstGeom prst="rect">
            <a:avLst/>
          </a:prstGeom>
          <a:noFill/>
        </p:spPr>
        <p:txBody>
          <a:bodyPr wrap="square" rtlCol="0">
            <a:normAutofit fontScale="92500" lnSpcReduction="20000"/>
          </a:bodyPr>
          <a:lstStyle/>
          <a:p>
            <a:pPr marL="0" algn="l">
              <a:buNone/>
            </a:pPr>
            <a:r>
              <a:rPr sz="1700" b="1" dirty="0" err="1">
                <a:solidFill>
                  <a:srgbClr val="0D0B2C"/>
                </a:solidFill>
                <a:latin typeface="Arial" panose="020B0604020202020204" pitchFamily="34" charset="0"/>
              </a:rPr>
              <a:t>Fortalezas</a:t>
            </a:r>
            <a:r>
              <a:rPr sz="1700" b="1" dirty="0">
                <a:solidFill>
                  <a:srgbClr val="0D0B2C"/>
                </a:solidFill>
                <a:latin typeface="Arial" panose="020B0604020202020204" pitchFamily="34" charset="0"/>
              </a:rPr>
              <a:t> </a:t>
            </a:r>
          </a:p>
          <a:p>
            <a:pPr marL="0" algn="l">
              <a:spcBef>
                <a:spcPts val="900"/>
              </a:spcBef>
              <a:buNone/>
            </a:pPr>
            <a:r>
              <a:rPr sz="1350" b="0" dirty="0">
                <a:solidFill>
                  <a:srgbClr val="0D0B2C"/>
                </a:solidFill>
                <a:effectLst/>
                <a:latin typeface="Arial" panose="020B0604020202020204" pitchFamily="34" charset="0"/>
              </a:rPr>
              <a:t>Personal </a:t>
            </a:r>
            <a:r>
              <a:rPr sz="1350" b="0" dirty="0" err="1">
                <a:solidFill>
                  <a:srgbClr val="0D0B2C"/>
                </a:solidFill>
                <a:effectLst/>
                <a:latin typeface="Arial" panose="020B0604020202020204" pitchFamily="34" charset="0"/>
              </a:rPr>
              <a:t>capacitado</a:t>
            </a:r>
            <a:r>
              <a:rPr sz="1350" b="0" dirty="0">
                <a:solidFill>
                  <a:srgbClr val="0D0B2C"/>
                </a:solidFill>
                <a:effectLst/>
                <a:latin typeface="Arial" panose="020B0604020202020204" pitchFamily="34" charset="0"/>
              </a:rPr>
              <a:t> reduce </a:t>
            </a:r>
            <a:r>
              <a:rPr sz="1350" b="0" dirty="0" err="1">
                <a:solidFill>
                  <a:srgbClr val="0D0B2C"/>
                </a:solidFill>
                <a:effectLst/>
                <a:latin typeface="Arial" panose="020B0604020202020204" pitchFamily="34" charset="0"/>
              </a:rPr>
              <a:t>errores</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humanos</a:t>
            </a:r>
            <a:r>
              <a:rPr sz="1350" b="0" dirty="0">
                <a:solidFill>
                  <a:srgbClr val="0D0B2C"/>
                </a:solidFill>
                <a:effectLst/>
                <a:latin typeface="Arial" panose="020B0604020202020204" pitchFamily="34" charset="0"/>
              </a:rPr>
              <a:t> y </a:t>
            </a:r>
            <a:r>
              <a:rPr sz="1350" b="0" dirty="0" err="1">
                <a:solidFill>
                  <a:srgbClr val="0D0B2C"/>
                </a:solidFill>
                <a:effectLst/>
                <a:latin typeface="Arial" panose="020B0604020202020204" pitchFamily="34" charset="0"/>
              </a:rPr>
              <a:t>refuerza</a:t>
            </a:r>
            <a:r>
              <a:rPr sz="1350" b="0" dirty="0">
                <a:solidFill>
                  <a:srgbClr val="0D0B2C"/>
                </a:solidFill>
                <a:effectLst/>
                <a:latin typeface="Arial" panose="020B0604020202020204" pitchFamily="34" charset="0"/>
              </a:rPr>
              <a:t> la </a:t>
            </a:r>
            <a:r>
              <a:rPr sz="1350" b="0" dirty="0" err="1">
                <a:solidFill>
                  <a:srgbClr val="0D0B2C"/>
                </a:solidFill>
                <a:effectLst/>
                <a:latin typeface="Arial" panose="020B0604020202020204" pitchFamily="34" charset="0"/>
              </a:rPr>
              <a:t>protección</a:t>
            </a:r>
            <a:r>
              <a:rPr sz="1350" b="0" dirty="0">
                <a:solidFill>
                  <a:srgbClr val="0D0B2C"/>
                </a:solidFill>
                <a:effectLst/>
                <a:latin typeface="Arial" panose="020B0604020202020204" pitchFamily="34" charset="0"/>
              </a:rPr>
              <a:t> ante </a:t>
            </a:r>
            <a:r>
              <a:rPr sz="1350" b="0" dirty="0" err="1">
                <a:solidFill>
                  <a:srgbClr val="0D0B2C"/>
                </a:solidFill>
                <a:effectLst/>
                <a:latin typeface="Arial" panose="020B0604020202020204" pitchFamily="34" charset="0"/>
              </a:rPr>
              <a:t>amenazas</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digitales</a:t>
            </a:r>
            <a:r>
              <a:rPr sz="1350" b="0" dirty="0">
                <a:solidFill>
                  <a:srgbClr val="0D0B2C"/>
                </a:solidFill>
                <a:effectLst/>
                <a:latin typeface="Arial" panose="020B0604020202020204" pitchFamily="34" charset="0"/>
              </a:rPr>
              <a:t>.</a:t>
            </a:r>
            <a:r>
              <a:rPr dirty="0">
                <a:effectLst/>
              </a:rPr>
              <a:t> </a:t>
            </a:r>
            <a:endParaRPr lang="es-ES" dirty="0"/>
          </a:p>
        </p:txBody>
      </p:sp>
      <p:sp>
        <p:nvSpPr>
          <p:cNvPr id="19" name="CuadroTexto 18">
            <a:extLst>
              <a:ext uri="{FF2B5EF4-FFF2-40B4-BE49-F238E27FC236}">
                <a16:creationId xmlns:a16="http://schemas.microsoft.com/office/drawing/2014/main" id="{11FCCAAE-F0CF-400B-8507-C3A966C3DFEB}"/>
              </a:ext>
            </a:extLst>
          </p:cNvPr>
          <p:cNvSpPr txBox="1"/>
          <p:nvPr/>
        </p:nvSpPr>
        <p:spPr>
          <a:xfrm>
            <a:off x="7458075" y="2357735"/>
            <a:ext cx="3810000" cy="799802"/>
          </a:xfrm>
          <a:prstGeom prst="rect">
            <a:avLst/>
          </a:prstGeom>
          <a:noFill/>
        </p:spPr>
        <p:txBody>
          <a:bodyPr wrap="square" rtlCol="0">
            <a:normAutofit fontScale="92500" lnSpcReduction="20000"/>
          </a:bodyPr>
          <a:lstStyle/>
          <a:p>
            <a:pPr marL="0" algn="l">
              <a:buNone/>
            </a:pPr>
            <a:r>
              <a:rPr sz="1700" b="1" dirty="0" err="1">
                <a:solidFill>
                  <a:srgbClr val="0D0B2C"/>
                </a:solidFill>
                <a:latin typeface="Arial" panose="020B0604020202020204" pitchFamily="34" charset="0"/>
              </a:rPr>
              <a:t>Debilidades</a:t>
            </a:r>
            <a:r>
              <a:rPr dirty="0">
                <a:effectLst/>
              </a:rPr>
              <a:t> </a:t>
            </a:r>
          </a:p>
          <a:p>
            <a:pPr marL="0" algn="l">
              <a:spcBef>
                <a:spcPts val="900"/>
              </a:spcBef>
              <a:buNone/>
            </a:pPr>
            <a:r>
              <a:rPr sz="1350" b="0" dirty="0">
                <a:solidFill>
                  <a:srgbClr val="0D0B2C"/>
                </a:solidFill>
                <a:effectLst/>
                <a:latin typeface="Arial" panose="020B0604020202020204" pitchFamily="34" charset="0"/>
              </a:rPr>
              <a:t>Resistencia al </a:t>
            </a:r>
            <a:r>
              <a:rPr sz="1350" b="0" dirty="0" err="1">
                <a:solidFill>
                  <a:srgbClr val="0D0B2C"/>
                </a:solidFill>
                <a:effectLst/>
                <a:latin typeface="Arial" panose="020B0604020202020204" pitchFamily="34" charset="0"/>
              </a:rPr>
              <a:t>cambio</a:t>
            </a:r>
            <a:r>
              <a:rPr sz="1350" b="0" dirty="0">
                <a:solidFill>
                  <a:srgbClr val="0D0B2C"/>
                </a:solidFill>
                <a:effectLst/>
                <a:latin typeface="Arial" panose="020B0604020202020204" pitchFamily="34" charset="0"/>
              </a:rPr>
              <a:t> y </a:t>
            </a:r>
            <a:r>
              <a:rPr sz="1350" b="0" dirty="0" err="1">
                <a:solidFill>
                  <a:srgbClr val="0D0B2C"/>
                </a:solidFill>
                <a:effectLst/>
                <a:latin typeface="Arial" panose="020B0604020202020204" pitchFamily="34" charset="0"/>
              </a:rPr>
              <a:t>falta</a:t>
            </a:r>
            <a:r>
              <a:rPr sz="1350" b="0" dirty="0">
                <a:solidFill>
                  <a:srgbClr val="0D0B2C"/>
                </a:solidFill>
                <a:effectLst/>
                <a:latin typeface="Arial" panose="020B0604020202020204" pitchFamily="34" charset="0"/>
              </a:rPr>
              <a:t> de </a:t>
            </a:r>
            <a:r>
              <a:rPr sz="1350" b="0" dirty="0" err="1">
                <a:solidFill>
                  <a:srgbClr val="0D0B2C"/>
                </a:solidFill>
                <a:effectLst/>
                <a:latin typeface="Arial" panose="020B0604020202020204" pitchFamily="34" charset="0"/>
              </a:rPr>
              <a:t>actualización</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pueden</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limitar</a:t>
            </a:r>
            <a:r>
              <a:rPr sz="1350" b="0" dirty="0">
                <a:solidFill>
                  <a:srgbClr val="0D0B2C"/>
                </a:solidFill>
                <a:effectLst/>
                <a:latin typeface="Arial" panose="020B0604020202020204" pitchFamily="34" charset="0"/>
              </a:rPr>
              <a:t> la </a:t>
            </a:r>
            <a:r>
              <a:rPr sz="1350" b="0" dirty="0" err="1">
                <a:solidFill>
                  <a:srgbClr val="0D0B2C"/>
                </a:solidFill>
                <a:effectLst/>
                <a:latin typeface="Arial" panose="020B0604020202020204" pitchFamily="34" charset="0"/>
              </a:rPr>
              <a:t>efectividad</a:t>
            </a:r>
            <a:r>
              <a:rPr sz="1350" b="0" dirty="0">
                <a:solidFill>
                  <a:srgbClr val="0D0B2C"/>
                </a:solidFill>
                <a:effectLst/>
                <a:latin typeface="Arial" panose="020B0604020202020204" pitchFamily="34" charset="0"/>
              </a:rPr>
              <a:t> de la </a:t>
            </a:r>
            <a:r>
              <a:rPr sz="1350" b="0" dirty="0" err="1">
                <a:solidFill>
                  <a:srgbClr val="0D0B2C"/>
                </a:solidFill>
                <a:effectLst/>
                <a:latin typeface="Arial" panose="020B0604020202020204" pitchFamily="34" charset="0"/>
              </a:rPr>
              <a:t>capacitación</a:t>
            </a:r>
            <a:r>
              <a:rPr sz="1350" b="0" dirty="0">
                <a:solidFill>
                  <a:srgbClr val="0D0B2C"/>
                </a:solidFill>
                <a:effectLst/>
                <a:latin typeface="Arial" panose="020B0604020202020204" pitchFamily="34" charset="0"/>
              </a:rPr>
              <a:t>.</a:t>
            </a:r>
            <a:r>
              <a:rPr dirty="0">
                <a:effectLst/>
              </a:rPr>
              <a:t> </a:t>
            </a:r>
            <a:endParaRPr lang="es-ES" dirty="0"/>
          </a:p>
        </p:txBody>
      </p:sp>
      <p:sp>
        <p:nvSpPr>
          <p:cNvPr id="20" name="CuadroTexto 19">
            <a:extLst>
              <a:ext uri="{FF2B5EF4-FFF2-40B4-BE49-F238E27FC236}">
                <a16:creationId xmlns:a16="http://schemas.microsoft.com/office/drawing/2014/main" id="{43F86346-1E45-468D-B15E-18DB210E2610}"/>
              </a:ext>
            </a:extLst>
          </p:cNvPr>
          <p:cNvSpPr txBox="1"/>
          <p:nvPr/>
        </p:nvSpPr>
        <p:spPr>
          <a:xfrm>
            <a:off x="1866900" y="4793605"/>
            <a:ext cx="3810000" cy="1039713"/>
          </a:xfrm>
          <a:prstGeom prst="rect">
            <a:avLst/>
          </a:prstGeom>
          <a:noFill/>
        </p:spPr>
        <p:txBody>
          <a:bodyPr wrap="square" rtlCol="0">
            <a:normAutofit fontScale="92500"/>
          </a:bodyPr>
          <a:lstStyle/>
          <a:p>
            <a:pPr marL="0" algn="l">
              <a:buNone/>
            </a:pPr>
            <a:r>
              <a:rPr sz="1700" b="1" dirty="0" err="1">
                <a:solidFill>
                  <a:srgbClr val="0D0B2C"/>
                </a:solidFill>
                <a:latin typeface="Arial" panose="020B0604020202020204" pitchFamily="34" charset="0"/>
              </a:rPr>
              <a:t>Oportunidades</a:t>
            </a:r>
            <a:r>
              <a:rPr dirty="0">
                <a:effectLst/>
              </a:rPr>
              <a:t> </a:t>
            </a:r>
          </a:p>
          <a:p>
            <a:pPr marL="0" algn="l">
              <a:spcBef>
                <a:spcPts val="900"/>
              </a:spcBef>
              <a:buNone/>
            </a:pPr>
            <a:r>
              <a:rPr sz="1350" b="0" dirty="0" err="1">
                <a:solidFill>
                  <a:srgbClr val="0D0B2C"/>
                </a:solidFill>
                <a:effectLst/>
                <a:latin typeface="Arial" panose="020B0604020202020204" pitchFamily="34" charset="0"/>
              </a:rPr>
              <a:t>Implementar</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talleres</a:t>
            </a:r>
            <a:r>
              <a:rPr sz="1350" b="0" dirty="0">
                <a:solidFill>
                  <a:srgbClr val="0D0B2C"/>
                </a:solidFill>
                <a:effectLst/>
                <a:latin typeface="Arial" panose="020B0604020202020204" pitchFamily="34" charset="0"/>
              </a:rPr>
              <a:t> y </a:t>
            </a:r>
            <a:r>
              <a:rPr sz="1350" b="0" dirty="0" err="1">
                <a:solidFill>
                  <a:srgbClr val="0D0B2C"/>
                </a:solidFill>
                <a:effectLst/>
                <a:latin typeface="Arial" panose="020B0604020202020204" pitchFamily="34" charset="0"/>
              </a:rPr>
              <a:t>simulaciones</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innovadoras</a:t>
            </a:r>
            <a:r>
              <a:rPr sz="1350" b="0" dirty="0">
                <a:solidFill>
                  <a:srgbClr val="0D0B2C"/>
                </a:solidFill>
                <a:effectLst/>
                <a:latin typeface="Arial" panose="020B0604020202020204" pitchFamily="34" charset="0"/>
              </a:rPr>
              <a:t> para </a:t>
            </a:r>
            <a:r>
              <a:rPr sz="1350" b="0" dirty="0" err="1">
                <a:solidFill>
                  <a:srgbClr val="0D0B2C"/>
                </a:solidFill>
                <a:effectLst/>
                <a:latin typeface="Arial" panose="020B0604020202020204" pitchFamily="34" charset="0"/>
              </a:rPr>
              <a:t>mejorar</a:t>
            </a:r>
            <a:r>
              <a:rPr sz="1350" b="0" dirty="0">
                <a:solidFill>
                  <a:srgbClr val="0D0B2C"/>
                </a:solidFill>
                <a:effectLst/>
                <a:latin typeface="Arial" panose="020B0604020202020204" pitchFamily="34" charset="0"/>
              </a:rPr>
              <a:t> la </a:t>
            </a:r>
            <a:r>
              <a:rPr sz="1350" b="0" dirty="0" err="1">
                <a:solidFill>
                  <a:srgbClr val="0D0B2C"/>
                </a:solidFill>
                <a:effectLst/>
                <a:latin typeface="Arial" panose="020B0604020202020204" pitchFamily="34" charset="0"/>
              </a:rPr>
              <a:t>cultura</a:t>
            </a:r>
            <a:r>
              <a:rPr sz="1350" b="0" dirty="0">
                <a:solidFill>
                  <a:srgbClr val="0D0B2C"/>
                </a:solidFill>
                <a:effectLst/>
                <a:latin typeface="Arial" panose="020B0604020202020204" pitchFamily="34" charset="0"/>
              </a:rPr>
              <a:t> de </a:t>
            </a:r>
            <a:r>
              <a:rPr sz="1350" b="0" dirty="0" err="1">
                <a:solidFill>
                  <a:srgbClr val="0D0B2C"/>
                </a:solidFill>
                <a:effectLst/>
                <a:latin typeface="Arial" panose="020B0604020202020204" pitchFamily="34" charset="0"/>
              </a:rPr>
              <a:t>seguridad</a:t>
            </a:r>
            <a:r>
              <a:rPr sz="1350" b="0" dirty="0">
                <a:solidFill>
                  <a:srgbClr val="0D0B2C"/>
                </a:solidFill>
                <a:effectLst/>
                <a:latin typeface="Arial" panose="020B0604020202020204" pitchFamily="34" charset="0"/>
              </a:rPr>
              <a:t>.</a:t>
            </a:r>
            <a:r>
              <a:rPr dirty="0">
                <a:effectLst/>
              </a:rPr>
              <a:t> </a:t>
            </a:r>
            <a:endParaRPr lang="es-ES" dirty="0"/>
          </a:p>
        </p:txBody>
      </p:sp>
      <p:sp>
        <p:nvSpPr>
          <p:cNvPr id="21" name="CuadroTexto 20">
            <a:extLst>
              <a:ext uri="{FF2B5EF4-FFF2-40B4-BE49-F238E27FC236}">
                <a16:creationId xmlns:a16="http://schemas.microsoft.com/office/drawing/2014/main" id="{30B8C6E1-7A89-43CE-865B-527EB19FFB45}"/>
              </a:ext>
            </a:extLst>
          </p:cNvPr>
          <p:cNvSpPr txBox="1"/>
          <p:nvPr/>
        </p:nvSpPr>
        <p:spPr>
          <a:xfrm>
            <a:off x="7458075" y="4793605"/>
            <a:ext cx="3810000" cy="799802"/>
          </a:xfrm>
          <a:prstGeom prst="rect">
            <a:avLst/>
          </a:prstGeom>
          <a:noFill/>
        </p:spPr>
        <p:txBody>
          <a:bodyPr wrap="square" rtlCol="0">
            <a:normAutofit fontScale="92500" lnSpcReduction="20000"/>
          </a:bodyPr>
          <a:lstStyle/>
          <a:p>
            <a:pPr marL="0" algn="l">
              <a:buNone/>
            </a:pPr>
            <a:r>
              <a:rPr sz="1700" b="1" dirty="0" err="1">
                <a:solidFill>
                  <a:srgbClr val="0D0B2C"/>
                </a:solidFill>
                <a:latin typeface="Arial" panose="020B0604020202020204" pitchFamily="34" charset="0"/>
              </a:rPr>
              <a:t>Amenazas</a:t>
            </a:r>
            <a:r>
              <a:rPr dirty="0">
                <a:effectLst/>
              </a:rPr>
              <a:t> </a:t>
            </a:r>
          </a:p>
          <a:p>
            <a:pPr marL="0" algn="l">
              <a:spcBef>
                <a:spcPts val="900"/>
              </a:spcBef>
              <a:buNone/>
            </a:pPr>
            <a:r>
              <a:rPr sz="1350" b="0" dirty="0" err="1">
                <a:solidFill>
                  <a:srgbClr val="0D0B2C"/>
                </a:solidFill>
                <a:effectLst/>
                <a:latin typeface="Arial" panose="020B0604020202020204" pitchFamily="34" charset="0"/>
              </a:rPr>
              <a:t>Ciberataques</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sofisticados</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que</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explotan</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fallas</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humanas</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persistentes</a:t>
            </a:r>
            <a:r>
              <a:rPr sz="1350" b="0" dirty="0">
                <a:solidFill>
                  <a:srgbClr val="0D0B2C"/>
                </a:solidFill>
                <a:effectLst/>
                <a:latin typeface="Arial" panose="020B0604020202020204" pitchFamily="34" charset="0"/>
              </a:rPr>
              <a:t> o </a:t>
            </a:r>
            <a:r>
              <a:rPr sz="1350" b="0" dirty="0" err="1">
                <a:solidFill>
                  <a:srgbClr val="0D0B2C"/>
                </a:solidFill>
                <a:effectLst/>
                <a:latin typeface="Arial" panose="020B0604020202020204" pitchFamily="34" charset="0"/>
              </a:rPr>
              <a:t>falta</a:t>
            </a:r>
            <a:r>
              <a:rPr sz="1350" b="0" dirty="0">
                <a:solidFill>
                  <a:srgbClr val="0D0B2C"/>
                </a:solidFill>
                <a:effectLst/>
                <a:latin typeface="Arial" panose="020B0604020202020204" pitchFamily="34" charset="0"/>
              </a:rPr>
              <a:t> de </a:t>
            </a:r>
            <a:r>
              <a:rPr sz="1350" b="0" dirty="0" err="1">
                <a:solidFill>
                  <a:srgbClr val="0D0B2C"/>
                </a:solidFill>
                <a:effectLst/>
                <a:latin typeface="Arial" panose="020B0604020202020204" pitchFamily="34" charset="0"/>
              </a:rPr>
              <a:t>conciencia</a:t>
            </a:r>
            <a:r>
              <a:rPr sz="1350" b="0" dirty="0">
                <a:solidFill>
                  <a:srgbClr val="0D0B2C"/>
                </a:solidFill>
                <a:effectLst/>
                <a:latin typeface="Arial" panose="020B0604020202020204" pitchFamily="34" charset="0"/>
              </a:rPr>
              <a:t>.</a:t>
            </a:r>
            <a:r>
              <a:rPr dirty="0">
                <a:effectLst/>
              </a:rPr>
              <a:t> </a:t>
            </a:r>
            <a:endParaRPr lang="es-ES" dirty="0"/>
          </a:p>
        </p:txBody>
      </p:sp>
    </p:spTree>
    <p:extLst>
      <p:ext uri="{BB962C8B-B14F-4D97-AF65-F5344CB8AC3E}">
        <p14:creationId xmlns:p14="http://schemas.microsoft.com/office/powerpoint/2010/main" val="3282097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Marcador de contenido 7">
            <a:extLst>
              <a:ext uri="{FF2B5EF4-FFF2-40B4-BE49-F238E27FC236}">
                <a16:creationId xmlns:a16="http://schemas.microsoft.com/office/drawing/2014/main" id="{7A6AA8EA-B277-4663-B455-73EE65EE30F3}"/>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Marcador de contenido 3">
            <a:extLst>
              <a:ext uri="{FF2B5EF4-FFF2-40B4-BE49-F238E27FC236}">
                <a16:creationId xmlns:a16="http://schemas.microsoft.com/office/drawing/2014/main" id="{26B3843F-AFB7-CEC7-7257-A649AB3B7A51}"/>
              </a:ext>
            </a:extLst>
          </p:cNvPr>
          <p:cNvSpPr>
            <a:spLocks noGrp="1"/>
          </p:cNvSpPr>
          <p:nvPr>
            <p:ph sz="quarter" idx="16"/>
          </p:nvPr>
        </p:nvSpPr>
        <p:spPr>
          <a:xfrm>
            <a:off x="733425" y="828675"/>
            <a:ext cx="10953750" cy="502890"/>
          </a:xfrm>
        </p:spPr>
        <p:txBody>
          <a:bodyPr>
            <a:normAutofit fontScale="70000" lnSpcReduction="20000"/>
          </a:bodyPr>
          <a:lstStyle/>
          <a:p>
            <a:pPr marL="0" indent="0" algn="l">
              <a:spcBef>
                <a:spcPts val="450"/>
              </a:spcBef>
              <a:buNone/>
            </a:pPr>
            <a:r>
              <a:rPr sz="3600" b="1">
                <a:solidFill>
                  <a:srgbClr val="E94795"/>
                </a:solidFill>
                <a:effectLst/>
                <a:latin typeface="Arial" panose="020B0604020202020204" pitchFamily="34" charset="0"/>
              </a:rPr>
              <a:t>CONCLUSIÓN: SEGURIDAD INTEGRAL</a:t>
            </a:r>
            <a:r>
              <a:rPr>
                <a:effectLst/>
              </a:rPr>
              <a:t> </a:t>
            </a:r>
            <a:endParaRPr lang="es-ES"/>
          </a:p>
        </p:txBody>
      </p:sp>
      <p:sp>
        <p:nvSpPr>
          <p:cNvPr id="6" name="Marcador de fecha 5">
            <a:extLst>
              <a:ext uri="{FF2B5EF4-FFF2-40B4-BE49-F238E27FC236}">
                <a16:creationId xmlns:a16="http://schemas.microsoft.com/office/drawing/2014/main" id="{923CBCB6-6225-510E-96B6-527CBD77AD56}"/>
              </a:ext>
            </a:extLst>
          </p:cNvPr>
          <p:cNvSpPr>
            <a:spLocks noGrp="1"/>
          </p:cNvSpPr>
          <p:nvPr>
            <p:ph type="dt" sz="half" idx="10"/>
          </p:nvPr>
        </p:nvSpPr>
        <p:spPr/>
        <p:txBody>
          <a:bodyPr/>
          <a:lstStyle/>
          <a:p>
            <a:pPr rtl="0"/>
            <a:r>
              <a:rPr lang="en-US"/>
              <a:t>14/11/2025</a:t>
            </a:r>
          </a:p>
        </p:txBody>
      </p:sp>
      <p:sp>
        <p:nvSpPr>
          <p:cNvPr id="7" name="Marcador de número de diapositiva 6">
            <a:extLst>
              <a:ext uri="{FF2B5EF4-FFF2-40B4-BE49-F238E27FC236}">
                <a16:creationId xmlns:a16="http://schemas.microsoft.com/office/drawing/2014/main" id="{E53A172E-DC1F-8F3E-8514-FDA1AEA447EF}"/>
              </a:ext>
            </a:extLst>
          </p:cNvPr>
          <p:cNvSpPr>
            <a:spLocks noGrp="1"/>
          </p:cNvSpPr>
          <p:nvPr>
            <p:ph type="sldNum" sz="quarter" idx="12"/>
          </p:nvPr>
        </p:nvSpPr>
        <p:spPr/>
        <p:txBody>
          <a:bodyPr/>
          <a:lstStyle/>
          <a:p>
            <a:pPr rtl="0"/>
            <a:fld id="{AEAA3239-9EA4-4A65-A281-97F994456D9F}" type="slidenum">
              <a:rPr lang="en-US" smtClean="0"/>
              <a:t>8</a:t>
            </a:fld>
            <a:endParaRPr lang="en-US"/>
          </a:p>
        </p:txBody>
      </p:sp>
      <p:sp>
        <p:nvSpPr>
          <p:cNvPr id="9" name="CuadroTexto 8">
            <a:extLst>
              <a:ext uri="{FF2B5EF4-FFF2-40B4-BE49-F238E27FC236}">
                <a16:creationId xmlns:a16="http://schemas.microsoft.com/office/drawing/2014/main" id="{786ACF23-AC78-450A-9797-974EF64E43A9}"/>
              </a:ext>
            </a:extLst>
          </p:cNvPr>
          <p:cNvSpPr txBox="1"/>
          <p:nvPr/>
        </p:nvSpPr>
        <p:spPr>
          <a:xfrm>
            <a:off x="733425" y="2491085"/>
            <a:ext cx="3429000" cy="1108620"/>
          </a:xfrm>
          <a:prstGeom prst="rect">
            <a:avLst/>
          </a:prstGeom>
          <a:noFill/>
        </p:spPr>
        <p:txBody>
          <a:bodyPr wrap="square" rtlCol="0">
            <a:normAutofit lnSpcReduction="10000"/>
          </a:bodyPr>
          <a:lstStyle/>
          <a:p>
            <a:pPr>
              <a:spcBef>
                <a:spcPts val="600"/>
              </a:spcBef>
              <a:buNone/>
            </a:pPr>
            <a:r>
              <a:rPr sz="1600" b="1" dirty="0" err="1">
                <a:solidFill>
                  <a:srgbClr val="0D0B2C"/>
                </a:solidFill>
                <a:latin typeface="Arial" panose="020B0604020202020204" pitchFamily="34" charset="0"/>
              </a:rPr>
              <a:t>Protección</a:t>
            </a:r>
            <a:r>
              <a:rPr sz="1600" b="1" dirty="0">
                <a:solidFill>
                  <a:srgbClr val="0D0B2C"/>
                </a:solidFill>
                <a:latin typeface="Arial" panose="020B0604020202020204" pitchFamily="34" charset="0"/>
              </a:rPr>
              <a:t> </a:t>
            </a:r>
            <a:r>
              <a:rPr sz="1600" b="1" dirty="0" err="1">
                <a:solidFill>
                  <a:srgbClr val="0D0B2C"/>
                </a:solidFill>
                <a:latin typeface="Arial" panose="020B0604020202020204" pitchFamily="34" charset="0"/>
              </a:rPr>
              <a:t>frente</a:t>
            </a:r>
            <a:r>
              <a:rPr sz="1600" b="1" dirty="0">
                <a:solidFill>
                  <a:srgbClr val="0D0B2C"/>
                </a:solidFill>
                <a:latin typeface="Arial" panose="020B0604020202020204" pitchFamily="34" charset="0"/>
              </a:rPr>
              <a:t> a </a:t>
            </a:r>
            <a:r>
              <a:rPr sz="1600" b="1" dirty="0" err="1">
                <a:solidFill>
                  <a:srgbClr val="0D0B2C"/>
                </a:solidFill>
                <a:latin typeface="Arial" panose="020B0604020202020204" pitchFamily="34" charset="0"/>
              </a:rPr>
              <a:t>amenazas</a:t>
            </a:r>
            <a:r>
              <a:rPr sz="1600" b="1" dirty="0">
                <a:solidFill>
                  <a:srgbClr val="0D0B2C"/>
                </a:solidFill>
                <a:latin typeface="Arial" panose="020B0604020202020204" pitchFamily="34" charset="0"/>
              </a:rPr>
              <a:t> </a:t>
            </a:r>
          </a:p>
          <a:p>
            <a:pPr marL="0" algn="l">
              <a:spcBef>
                <a:spcPts val="900"/>
              </a:spcBef>
              <a:buNone/>
            </a:pPr>
            <a:r>
              <a:rPr sz="1350" b="0" dirty="0">
                <a:solidFill>
                  <a:srgbClr val="0D0B2C"/>
                </a:solidFill>
                <a:effectLst/>
                <a:latin typeface="Arial" panose="020B0604020202020204" pitchFamily="34" charset="0"/>
              </a:rPr>
              <a:t>Defender </a:t>
            </a:r>
            <a:r>
              <a:rPr sz="1350" b="0" dirty="0" err="1">
                <a:solidFill>
                  <a:srgbClr val="0D0B2C"/>
                </a:solidFill>
                <a:effectLst/>
                <a:latin typeface="Arial" panose="020B0604020202020204" pitchFamily="34" charset="0"/>
              </a:rPr>
              <a:t>datos</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críticos</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requiere</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controles</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actualizados</a:t>
            </a:r>
            <a:r>
              <a:rPr sz="1350" b="0" dirty="0">
                <a:solidFill>
                  <a:srgbClr val="0D0B2C"/>
                </a:solidFill>
                <a:effectLst/>
                <a:latin typeface="Arial" panose="020B0604020202020204" pitchFamily="34" charset="0"/>
              </a:rPr>
              <a:t> contra malware, phishing y </a:t>
            </a:r>
            <a:r>
              <a:rPr sz="1350" b="0" dirty="0" err="1">
                <a:solidFill>
                  <a:srgbClr val="0D0B2C"/>
                </a:solidFill>
                <a:effectLst/>
                <a:latin typeface="Arial" panose="020B0604020202020204" pitchFamily="34" charset="0"/>
              </a:rPr>
              <a:t>accesos</a:t>
            </a:r>
            <a:r>
              <a:rPr sz="1350" b="0" dirty="0">
                <a:solidFill>
                  <a:srgbClr val="0D0B2C"/>
                </a:solidFill>
                <a:effectLst/>
                <a:latin typeface="Arial" panose="020B0604020202020204" pitchFamily="34" charset="0"/>
              </a:rPr>
              <a:t> no </a:t>
            </a:r>
            <a:r>
              <a:rPr sz="1350" b="0" dirty="0" err="1">
                <a:solidFill>
                  <a:srgbClr val="0D0B2C"/>
                </a:solidFill>
                <a:effectLst/>
                <a:latin typeface="Arial" panose="020B0604020202020204" pitchFamily="34" charset="0"/>
              </a:rPr>
              <a:t>autorizados</a:t>
            </a:r>
            <a:r>
              <a:rPr sz="1350" b="0" dirty="0">
                <a:solidFill>
                  <a:srgbClr val="0D0B2C"/>
                </a:solidFill>
                <a:effectLst/>
                <a:latin typeface="Arial" panose="020B0604020202020204" pitchFamily="34" charset="0"/>
              </a:rPr>
              <a:t>.</a:t>
            </a:r>
            <a:r>
              <a:rPr dirty="0">
                <a:effectLst/>
              </a:rPr>
              <a:t> </a:t>
            </a:r>
            <a:endParaRPr lang="es-ES" dirty="0"/>
          </a:p>
        </p:txBody>
      </p:sp>
      <p:sp>
        <p:nvSpPr>
          <p:cNvPr id="10" name="CuadroTexto 9">
            <a:extLst>
              <a:ext uri="{FF2B5EF4-FFF2-40B4-BE49-F238E27FC236}">
                <a16:creationId xmlns:a16="http://schemas.microsoft.com/office/drawing/2014/main" id="{DA04AD1B-6BC5-4AE1-A5C7-0619B4FA2B94}"/>
              </a:ext>
            </a:extLst>
          </p:cNvPr>
          <p:cNvSpPr txBox="1"/>
          <p:nvPr/>
        </p:nvSpPr>
        <p:spPr>
          <a:xfrm>
            <a:off x="4448175" y="2491085"/>
            <a:ext cx="3429000" cy="1108620"/>
          </a:xfrm>
          <a:prstGeom prst="rect">
            <a:avLst/>
          </a:prstGeom>
          <a:noFill/>
        </p:spPr>
        <p:txBody>
          <a:bodyPr wrap="square" rtlCol="0">
            <a:normAutofit lnSpcReduction="10000"/>
          </a:bodyPr>
          <a:lstStyle/>
          <a:p>
            <a:pPr>
              <a:spcBef>
                <a:spcPts val="600"/>
              </a:spcBef>
            </a:pPr>
            <a:r>
              <a:rPr sz="1600" b="1" dirty="0" err="1">
                <a:solidFill>
                  <a:srgbClr val="0D0B2C"/>
                </a:solidFill>
                <a:latin typeface="Arial" panose="020B0604020202020204" pitchFamily="34" charset="0"/>
              </a:rPr>
              <a:t>Buenas</a:t>
            </a:r>
            <a:r>
              <a:rPr sz="1600" b="1" dirty="0">
                <a:solidFill>
                  <a:srgbClr val="0D0B2C"/>
                </a:solidFill>
                <a:latin typeface="Arial" panose="020B0604020202020204" pitchFamily="34" charset="0"/>
              </a:rPr>
              <a:t> </a:t>
            </a:r>
            <a:r>
              <a:rPr sz="1600" b="1" dirty="0" err="1">
                <a:solidFill>
                  <a:srgbClr val="0D0B2C"/>
                </a:solidFill>
                <a:latin typeface="Arial" panose="020B0604020202020204" pitchFamily="34" charset="0"/>
              </a:rPr>
              <a:t>prácticas</a:t>
            </a:r>
            <a:r>
              <a:rPr sz="1600" b="1" dirty="0">
                <a:solidFill>
                  <a:srgbClr val="0D0B2C"/>
                </a:solidFill>
                <a:latin typeface="Arial" panose="020B0604020202020204" pitchFamily="34" charset="0"/>
              </a:rPr>
              <a:t> y </a:t>
            </a:r>
            <a:r>
              <a:rPr sz="1600" b="1" dirty="0" err="1">
                <a:solidFill>
                  <a:srgbClr val="0D0B2C"/>
                </a:solidFill>
                <a:latin typeface="Arial" panose="020B0604020202020204" pitchFamily="34" charset="0"/>
              </a:rPr>
              <a:t>cumplimiento</a:t>
            </a:r>
            <a:r>
              <a:rPr sz="1600" b="1" dirty="0">
                <a:solidFill>
                  <a:srgbClr val="0D0B2C"/>
                </a:solidFill>
                <a:latin typeface="Arial" panose="020B0604020202020204" pitchFamily="34" charset="0"/>
              </a:rPr>
              <a:t> </a:t>
            </a:r>
          </a:p>
          <a:p>
            <a:pPr marL="0" algn="l">
              <a:spcBef>
                <a:spcPts val="900"/>
              </a:spcBef>
              <a:buNone/>
            </a:pPr>
            <a:r>
              <a:rPr sz="1350" b="0" dirty="0" err="1">
                <a:solidFill>
                  <a:srgbClr val="0D0B2C"/>
                </a:solidFill>
                <a:effectLst/>
                <a:latin typeface="Arial" panose="020B0604020202020204" pitchFamily="34" charset="0"/>
              </a:rPr>
              <a:t>Políticas</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claras</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gestión</a:t>
            </a:r>
            <a:r>
              <a:rPr sz="1350" b="0" dirty="0">
                <a:solidFill>
                  <a:srgbClr val="0D0B2C"/>
                </a:solidFill>
                <a:effectLst/>
                <a:latin typeface="Arial" panose="020B0604020202020204" pitchFamily="34" charset="0"/>
              </a:rPr>
              <a:t> de </a:t>
            </a:r>
            <a:r>
              <a:rPr sz="1350" b="0" dirty="0" err="1">
                <a:solidFill>
                  <a:srgbClr val="0D0B2C"/>
                </a:solidFill>
                <a:effectLst/>
                <a:latin typeface="Arial" panose="020B0604020202020204" pitchFamily="34" charset="0"/>
              </a:rPr>
              <a:t>contraseñas</a:t>
            </a:r>
            <a:r>
              <a:rPr sz="1350" b="0" dirty="0">
                <a:solidFill>
                  <a:srgbClr val="0D0B2C"/>
                </a:solidFill>
                <a:effectLst/>
                <a:latin typeface="Arial" panose="020B0604020202020204" pitchFamily="34" charset="0"/>
              </a:rPr>
              <a:t> y </a:t>
            </a:r>
            <a:r>
              <a:rPr sz="1350" b="0" dirty="0" err="1">
                <a:solidFill>
                  <a:srgbClr val="0D0B2C"/>
                </a:solidFill>
                <a:effectLst/>
                <a:latin typeface="Arial" panose="020B0604020202020204" pitchFamily="34" charset="0"/>
              </a:rPr>
              <a:t>actualizaciones</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reducen</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riesgos</a:t>
            </a:r>
            <a:r>
              <a:rPr sz="1350" b="0" dirty="0">
                <a:solidFill>
                  <a:srgbClr val="0D0B2C"/>
                </a:solidFill>
                <a:effectLst/>
                <a:latin typeface="Arial" panose="020B0604020202020204" pitchFamily="34" charset="0"/>
              </a:rPr>
              <a:t> y </a:t>
            </a:r>
            <a:r>
              <a:rPr sz="1350" b="0" dirty="0" err="1">
                <a:solidFill>
                  <a:srgbClr val="0D0B2C"/>
                </a:solidFill>
                <a:effectLst/>
                <a:latin typeface="Arial" panose="020B0604020202020204" pitchFamily="34" charset="0"/>
              </a:rPr>
              <a:t>aseguran</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continuidad</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operativa</a:t>
            </a:r>
            <a:r>
              <a:rPr sz="1350" b="0" dirty="0">
                <a:solidFill>
                  <a:srgbClr val="0D0B2C"/>
                </a:solidFill>
                <a:effectLst/>
                <a:latin typeface="Arial" panose="020B0604020202020204" pitchFamily="34" charset="0"/>
              </a:rPr>
              <a:t>.</a:t>
            </a:r>
            <a:r>
              <a:rPr dirty="0">
                <a:effectLst/>
              </a:rPr>
              <a:t> </a:t>
            </a:r>
            <a:endParaRPr lang="es-ES" dirty="0"/>
          </a:p>
        </p:txBody>
      </p:sp>
      <p:sp>
        <p:nvSpPr>
          <p:cNvPr id="11" name="CuadroTexto 10">
            <a:extLst>
              <a:ext uri="{FF2B5EF4-FFF2-40B4-BE49-F238E27FC236}">
                <a16:creationId xmlns:a16="http://schemas.microsoft.com/office/drawing/2014/main" id="{17813B15-9025-4578-847D-30382A2EEDF4}"/>
              </a:ext>
            </a:extLst>
          </p:cNvPr>
          <p:cNvSpPr txBox="1"/>
          <p:nvPr/>
        </p:nvSpPr>
        <p:spPr>
          <a:xfrm>
            <a:off x="8162925" y="2491085"/>
            <a:ext cx="3429000" cy="1108620"/>
          </a:xfrm>
          <a:prstGeom prst="rect">
            <a:avLst/>
          </a:prstGeom>
          <a:noFill/>
        </p:spPr>
        <p:txBody>
          <a:bodyPr wrap="square" rtlCol="0">
            <a:normAutofit lnSpcReduction="10000"/>
          </a:bodyPr>
          <a:lstStyle/>
          <a:p>
            <a:pPr marL="0" algn="l">
              <a:spcBef>
                <a:spcPts val="600"/>
              </a:spcBef>
              <a:buNone/>
            </a:pPr>
            <a:r>
              <a:rPr sz="1600" b="1" dirty="0" err="1">
                <a:solidFill>
                  <a:srgbClr val="0D0B2C"/>
                </a:solidFill>
                <a:effectLst/>
                <a:latin typeface="Arial" panose="020B0604020202020204" pitchFamily="34" charset="0"/>
              </a:rPr>
              <a:t>Capacitación</a:t>
            </a:r>
            <a:r>
              <a:rPr sz="1600" b="1" dirty="0">
                <a:solidFill>
                  <a:srgbClr val="0D0B2C"/>
                </a:solidFill>
                <a:effectLst/>
                <a:latin typeface="Arial" panose="020B0604020202020204" pitchFamily="34" charset="0"/>
              </a:rPr>
              <a:t> continua del </a:t>
            </a:r>
            <a:r>
              <a:rPr sz="1600" b="1" dirty="0" err="1">
                <a:solidFill>
                  <a:srgbClr val="0D0B2C"/>
                </a:solidFill>
                <a:effectLst/>
                <a:latin typeface="Arial" panose="020B0604020202020204" pitchFamily="34" charset="0"/>
              </a:rPr>
              <a:t>equipo</a:t>
            </a:r>
            <a:r>
              <a:rPr sz="1600" dirty="0">
                <a:effectLst/>
              </a:rPr>
              <a:t> </a:t>
            </a:r>
          </a:p>
          <a:p>
            <a:pPr marL="0" algn="l">
              <a:spcBef>
                <a:spcPts val="900"/>
              </a:spcBef>
              <a:buNone/>
            </a:pPr>
            <a:r>
              <a:rPr sz="1350" b="0" dirty="0" err="1">
                <a:solidFill>
                  <a:srgbClr val="0D0B2C"/>
                </a:solidFill>
                <a:effectLst/>
                <a:latin typeface="Arial" panose="020B0604020202020204" pitchFamily="34" charset="0"/>
              </a:rPr>
              <a:t>Formación</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periódica</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en</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ciberseguridad</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fortalece</a:t>
            </a:r>
            <a:r>
              <a:rPr sz="1350" b="0" dirty="0">
                <a:solidFill>
                  <a:srgbClr val="0D0B2C"/>
                </a:solidFill>
                <a:effectLst/>
                <a:latin typeface="Arial" panose="020B0604020202020204" pitchFamily="34" charset="0"/>
              </a:rPr>
              <a:t> la </a:t>
            </a:r>
            <a:r>
              <a:rPr sz="1350" b="0" dirty="0" err="1">
                <a:solidFill>
                  <a:srgbClr val="0D0B2C"/>
                </a:solidFill>
                <a:effectLst/>
                <a:latin typeface="Arial" panose="020B0604020202020204" pitchFamily="34" charset="0"/>
              </a:rPr>
              <a:t>detección</a:t>
            </a:r>
            <a:r>
              <a:rPr sz="1350" b="0" dirty="0">
                <a:solidFill>
                  <a:srgbClr val="0D0B2C"/>
                </a:solidFill>
                <a:effectLst/>
                <a:latin typeface="Arial" panose="020B0604020202020204" pitchFamily="34" charset="0"/>
              </a:rPr>
              <a:t> y </a:t>
            </a:r>
            <a:r>
              <a:rPr sz="1350" b="0" dirty="0" err="1">
                <a:solidFill>
                  <a:srgbClr val="0D0B2C"/>
                </a:solidFill>
                <a:effectLst/>
                <a:latin typeface="Arial" panose="020B0604020202020204" pitchFamily="34" charset="0"/>
              </a:rPr>
              <a:t>respuesta</a:t>
            </a:r>
            <a:r>
              <a:rPr sz="1350" b="0" dirty="0">
                <a:solidFill>
                  <a:srgbClr val="0D0B2C"/>
                </a:solidFill>
                <a:effectLst/>
                <a:latin typeface="Arial" panose="020B0604020202020204" pitchFamily="34" charset="0"/>
              </a:rPr>
              <a:t> ante </a:t>
            </a:r>
            <a:r>
              <a:rPr sz="1350" b="0" dirty="0" err="1">
                <a:solidFill>
                  <a:srgbClr val="0D0B2C"/>
                </a:solidFill>
                <a:effectLst/>
                <a:latin typeface="Arial" panose="020B0604020202020204" pitchFamily="34" charset="0"/>
              </a:rPr>
              <a:t>incidentes</a:t>
            </a:r>
            <a:r>
              <a:rPr sz="1350" b="0" dirty="0">
                <a:solidFill>
                  <a:srgbClr val="0D0B2C"/>
                </a:solidFill>
                <a:effectLst/>
                <a:latin typeface="Arial" panose="020B0604020202020204" pitchFamily="34" charset="0"/>
              </a:rPr>
              <a:t>.</a:t>
            </a:r>
            <a:r>
              <a:rPr dirty="0">
                <a:effectLst/>
              </a:rPr>
              <a:t> </a:t>
            </a:r>
            <a:endParaRPr lang="es-ES" dirty="0"/>
          </a:p>
        </p:txBody>
      </p:sp>
      <p:sp>
        <p:nvSpPr>
          <p:cNvPr id="12" name="CuadroTexto 11">
            <a:extLst>
              <a:ext uri="{FF2B5EF4-FFF2-40B4-BE49-F238E27FC236}">
                <a16:creationId xmlns:a16="http://schemas.microsoft.com/office/drawing/2014/main" id="{01290120-9F1E-4126-B8B0-96F7728E11FB}"/>
              </a:ext>
            </a:extLst>
          </p:cNvPr>
          <p:cNvSpPr txBox="1"/>
          <p:nvPr/>
        </p:nvSpPr>
        <p:spPr>
          <a:xfrm>
            <a:off x="733425" y="4822180"/>
            <a:ext cx="3429000" cy="1108620"/>
          </a:xfrm>
          <a:prstGeom prst="rect">
            <a:avLst/>
          </a:prstGeom>
          <a:noFill/>
        </p:spPr>
        <p:txBody>
          <a:bodyPr wrap="square" rtlCol="0">
            <a:normAutofit lnSpcReduction="10000"/>
          </a:bodyPr>
          <a:lstStyle/>
          <a:p>
            <a:pPr>
              <a:spcBef>
                <a:spcPts val="600"/>
              </a:spcBef>
            </a:pPr>
            <a:r>
              <a:rPr sz="1600" b="1" dirty="0" err="1">
                <a:solidFill>
                  <a:srgbClr val="0D0B2C"/>
                </a:solidFill>
                <a:latin typeface="Arial" panose="020B0604020202020204" pitchFamily="34" charset="0"/>
              </a:rPr>
              <a:t>Respaldo</a:t>
            </a:r>
            <a:r>
              <a:rPr sz="1600" b="1" dirty="0">
                <a:solidFill>
                  <a:srgbClr val="0D0B2C"/>
                </a:solidFill>
                <a:latin typeface="Arial" panose="020B0604020202020204" pitchFamily="34" charset="0"/>
              </a:rPr>
              <a:t> y </a:t>
            </a:r>
            <a:r>
              <a:rPr sz="1600" b="1" dirty="0" err="1">
                <a:solidFill>
                  <a:srgbClr val="0D0B2C"/>
                </a:solidFill>
                <a:latin typeface="Arial" panose="020B0604020202020204" pitchFamily="34" charset="0"/>
              </a:rPr>
              <a:t>recuperación</a:t>
            </a:r>
            <a:r>
              <a:rPr sz="1600" b="1" dirty="0">
                <a:solidFill>
                  <a:srgbClr val="0D0B2C"/>
                </a:solidFill>
                <a:latin typeface="Arial" panose="020B0604020202020204" pitchFamily="34" charset="0"/>
              </a:rPr>
              <a:t> </a:t>
            </a:r>
          </a:p>
          <a:p>
            <a:pPr marL="0" algn="l">
              <a:spcBef>
                <a:spcPts val="900"/>
              </a:spcBef>
              <a:buNone/>
            </a:pPr>
            <a:r>
              <a:rPr sz="1350" b="0" dirty="0" err="1">
                <a:solidFill>
                  <a:srgbClr val="0D0B2C"/>
                </a:solidFill>
                <a:effectLst/>
                <a:latin typeface="Arial" panose="020B0604020202020204" pitchFamily="34" charset="0"/>
              </a:rPr>
              <a:t>Copias</a:t>
            </a:r>
            <a:r>
              <a:rPr sz="1350" b="0" dirty="0">
                <a:solidFill>
                  <a:srgbClr val="0D0B2C"/>
                </a:solidFill>
                <a:effectLst/>
                <a:latin typeface="Arial" panose="020B0604020202020204" pitchFamily="34" charset="0"/>
              </a:rPr>
              <a:t> de </a:t>
            </a:r>
            <a:r>
              <a:rPr sz="1350" b="0" dirty="0" err="1">
                <a:solidFill>
                  <a:srgbClr val="0D0B2C"/>
                </a:solidFill>
                <a:effectLst/>
                <a:latin typeface="Arial" panose="020B0604020202020204" pitchFamily="34" charset="0"/>
              </a:rPr>
              <a:t>seguridad</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verificadas</a:t>
            </a:r>
            <a:r>
              <a:rPr sz="1350" b="0" dirty="0">
                <a:solidFill>
                  <a:srgbClr val="0D0B2C"/>
                </a:solidFill>
                <a:effectLst/>
                <a:latin typeface="Arial" panose="020B0604020202020204" pitchFamily="34" charset="0"/>
              </a:rPr>
              <a:t> y planes de </a:t>
            </a:r>
            <a:r>
              <a:rPr sz="1350" b="0" dirty="0" err="1">
                <a:solidFill>
                  <a:srgbClr val="0D0B2C"/>
                </a:solidFill>
                <a:effectLst/>
                <a:latin typeface="Arial" panose="020B0604020202020204" pitchFamily="34" charset="0"/>
              </a:rPr>
              <a:t>recuperación</a:t>
            </a:r>
            <a:r>
              <a:rPr sz="1350" b="0" dirty="0">
                <a:solidFill>
                  <a:srgbClr val="0D0B2C"/>
                </a:solidFill>
                <a:effectLst/>
                <a:latin typeface="Arial" panose="020B0604020202020204" pitchFamily="34" charset="0"/>
              </a:rPr>
              <a:t> </a:t>
            </a:r>
            <a:r>
              <a:rPr sz="1350" b="0" dirty="0" err="1">
                <a:solidFill>
                  <a:srgbClr val="0D0B2C"/>
                </a:solidFill>
                <a:effectLst/>
                <a:latin typeface="Arial" panose="020B0604020202020204" pitchFamily="34" charset="0"/>
              </a:rPr>
              <a:t>garantizan</a:t>
            </a:r>
            <a:r>
              <a:rPr sz="1350" b="0" dirty="0">
                <a:solidFill>
                  <a:srgbClr val="0D0B2C"/>
                </a:solidFill>
                <a:effectLst/>
                <a:latin typeface="Arial" panose="020B0604020202020204" pitchFamily="34" charset="0"/>
              </a:rPr>
              <a:t> la </a:t>
            </a:r>
            <a:r>
              <a:rPr sz="1350" b="0" dirty="0" err="1">
                <a:solidFill>
                  <a:srgbClr val="0D0B2C"/>
                </a:solidFill>
                <a:effectLst/>
                <a:latin typeface="Arial" panose="020B0604020202020204" pitchFamily="34" charset="0"/>
              </a:rPr>
              <a:t>continuidad</a:t>
            </a:r>
            <a:r>
              <a:rPr sz="1350" b="0" dirty="0">
                <a:solidFill>
                  <a:srgbClr val="0D0B2C"/>
                </a:solidFill>
                <a:effectLst/>
                <a:latin typeface="Arial" panose="020B0604020202020204" pitchFamily="34" charset="0"/>
              </a:rPr>
              <a:t> del </a:t>
            </a:r>
            <a:r>
              <a:rPr sz="1350" b="0" dirty="0" err="1">
                <a:solidFill>
                  <a:srgbClr val="0D0B2C"/>
                </a:solidFill>
                <a:effectLst/>
                <a:latin typeface="Arial" panose="020B0604020202020204" pitchFamily="34" charset="0"/>
              </a:rPr>
              <a:t>negocio</a:t>
            </a:r>
            <a:r>
              <a:rPr sz="1350" b="0" dirty="0">
                <a:solidFill>
                  <a:srgbClr val="0D0B2C"/>
                </a:solidFill>
                <a:effectLst/>
                <a:latin typeface="Arial" panose="020B0604020202020204" pitchFamily="34" charset="0"/>
              </a:rPr>
              <a:t>.</a:t>
            </a:r>
            <a:r>
              <a:rPr dirty="0">
                <a:effectLst/>
              </a:rPr>
              <a:t> </a:t>
            </a:r>
            <a:endParaRPr lang="es-ES" dirty="0"/>
          </a:p>
        </p:txBody>
      </p:sp>
      <p:sp>
        <p:nvSpPr>
          <p:cNvPr id="13" name="CuadroTexto 12">
            <a:extLst>
              <a:ext uri="{FF2B5EF4-FFF2-40B4-BE49-F238E27FC236}">
                <a16:creationId xmlns:a16="http://schemas.microsoft.com/office/drawing/2014/main" id="{656CAF39-F85A-4661-8B1B-9F7C920A9149}"/>
              </a:ext>
            </a:extLst>
          </p:cNvPr>
          <p:cNvSpPr txBox="1"/>
          <p:nvPr/>
        </p:nvSpPr>
        <p:spPr>
          <a:xfrm>
            <a:off x="4448175" y="4822180"/>
            <a:ext cx="3429000" cy="1108620"/>
          </a:xfrm>
          <a:prstGeom prst="rect">
            <a:avLst/>
          </a:prstGeom>
          <a:noFill/>
        </p:spPr>
        <p:txBody>
          <a:bodyPr wrap="square" rtlCol="0">
            <a:normAutofit lnSpcReduction="10000"/>
          </a:bodyPr>
          <a:lstStyle/>
          <a:p>
            <a:pPr marL="0" algn="l">
              <a:spcBef>
                <a:spcPts val="600"/>
              </a:spcBef>
              <a:buNone/>
            </a:pPr>
            <a:r>
              <a:rPr sz="1600" b="1" dirty="0">
                <a:solidFill>
                  <a:srgbClr val="0D0B2C"/>
                </a:solidFill>
                <a:latin typeface="Arial" panose="020B0604020202020204" pitchFamily="34" charset="0"/>
              </a:rPr>
              <a:t>Cultura de </a:t>
            </a:r>
            <a:r>
              <a:rPr sz="1600" b="1" dirty="0" err="1">
                <a:solidFill>
                  <a:srgbClr val="0D0B2C"/>
                </a:solidFill>
                <a:latin typeface="Arial" panose="020B0604020202020204" pitchFamily="34" charset="0"/>
              </a:rPr>
              <a:t>seguridad</a:t>
            </a:r>
            <a:r>
              <a:rPr sz="1600" b="1" dirty="0">
                <a:solidFill>
                  <a:srgbClr val="0D0B2C"/>
                </a:solidFill>
                <a:latin typeface="Arial" panose="020B0604020202020204" pitchFamily="34" charset="0"/>
              </a:rPr>
              <a:t> </a:t>
            </a:r>
          </a:p>
          <a:p>
            <a:pPr marL="0" algn="l">
              <a:spcBef>
                <a:spcPts val="900"/>
              </a:spcBef>
              <a:buNone/>
            </a:pPr>
            <a:r>
              <a:rPr sz="1350" b="0" dirty="0" err="1">
                <a:solidFill>
                  <a:srgbClr val="0D0B2C"/>
                </a:solidFill>
                <a:effectLst/>
                <a:latin typeface="+mj-lt"/>
              </a:rPr>
              <a:t>Integrar</a:t>
            </a:r>
            <a:r>
              <a:rPr sz="1350" b="0" dirty="0">
                <a:solidFill>
                  <a:srgbClr val="0D0B2C"/>
                </a:solidFill>
                <a:effectLst/>
                <a:latin typeface="+mj-lt"/>
              </a:rPr>
              <a:t> la </a:t>
            </a:r>
            <a:r>
              <a:rPr sz="1350" b="0" dirty="0" err="1">
                <a:solidFill>
                  <a:srgbClr val="0D0B2C"/>
                </a:solidFill>
                <a:effectLst/>
                <a:latin typeface="+mj-lt"/>
              </a:rPr>
              <a:t>seguridad</a:t>
            </a:r>
            <a:r>
              <a:rPr sz="1350" b="0" dirty="0">
                <a:solidFill>
                  <a:srgbClr val="0D0B2C"/>
                </a:solidFill>
                <a:effectLst/>
                <a:latin typeface="+mj-lt"/>
              </a:rPr>
              <a:t> </a:t>
            </a:r>
            <a:r>
              <a:rPr sz="1350" b="0" dirty="0" err="1">
                <a:solidFill>
                  <a:srgbClr val="0D0B2C"/>
                </a:solidFill>
                <a:effectLst/>
                <a:latin typeface="+mj-lt"/>
              </a:rPr>
              <a:t>en</a:t>
            </a:r>
            <a:r>
              <a:rPr sz="1350" b="0" dirty="0">
                <a:solidFill>
                  <a:srgbClr val="0D0B2C"/>
                </a:solidFill>
                <a:effectLst/>
                <a:latin typeface="+mj-lt"/>
              </a:rPr>
              <a:t> </a:t>
            </a:r>
            <a:r>
              <a:rPr sz="1350" b="0" dirty="0" err="1">
                <a:solidFill>
                  <a:srgbClr val="0D0B2C"/>
                </a:solidFill>
                <a:effectLst/>
                <a:latin typeface="+mj-lt"/>
              </a:rPr>
              <a:t>procesos</a:t>
            </a:r>
            <a:r>
              <a:rPr sz="1350" b="0" dirty="0">
                <a:solidFill>
                  <a:srgbClr val="0D0B2C"/>
                </a:solidFill>
                <a:effectLst/>
                <a:latin typeface="+mj-lt"/>
              </a:rPr>
              <a:t> y </a:t>
            </a:r>
            <a:r>
              <a:rPr sz="1350" b="0" dirty="0" err="1">
                <a:solidFill>
                  <a:srgbClr val="0D0B2C"/>
                </a:solidFill>
                <a:effectLst/>
                <a:latin typeface="+mj-lt"/>
              </a:rPr>
              <a:t>decisiones</a:t>
            </a:r>
            <a:r>
              <a:rPr sz="1350" b="0" dirty="0">
                <a:solidFill>
                  <a:srgbClr val="0D0B2C"/>
                </a:solidFill>
                <a:effectLst/>
                <a:latin typeface="+mj-lt"/>
              </a:rPr>
              <a:t> </a:t>
            </a:r>
            <a:r>
              <a:rPr sz="1350" b="0" dirty="0" err="1">
                <a:solidFill>
                  <a:srgbClr val="0D0B2C"/>
                </a:solidFill>
                <a:effectLst/>
                <a:latin typeface="+mj-lt"/>
              </a:rPr>
              <a:t>refuerza</a:t>
            </a:r>
            <a:r>
              <a:rPr sz="1350" b="0" dirty="0">
                <a:solidFill>
                  <a:srgbClr val="0D0B2C"/>
                </a:solidFill>
                <a:effectLst/>
                <a:latin typeface="+mj-lt"/>
              </a:rPr>
              <a:t> la </a:t>
            </a:r>
            <a:r>
              <a:rPr sz="1350" b="0" dirty="0" err="1">
                <a:solidFill>
                  <a:srgbClr val="0D0B2C"/>
                </a:solidFill>
                <a:effectLst/>
                <a:latin typeface="+mj-lt"/>
              </a:rPr>
              <a:t>confianza</a:t>
            </a:r>
            <a:r>
              <a:rPr sz="1350" b="0" dirty="0">
                <a:solidFill>
                  <a:srgbClr val="0D0B2C"/>
                </a:solidFill>
                <a:effectLst/>
                <a:latin typeface="+mj-lt"/>
              </a:rPr>
              <a:t> y </a:t>
            </a:r>
            <a:r>
              <a:rPr sz="1350" b="0" dirty="0" err="1">
                <a:solidFill>
                  <a:srgbClr val="0D0B2C"/>
                </a:solidFill>
                <a:effectLst/>
                <a:latin typeface="+mj-lt"/>
              </a:rPr>
              <a:t>eficiencia</a:t>
            </a:r>
            <a:r>
              <a:rPr sz="1350" b="0" dirty="0">
                <a:solidFill>
                  <a:srgbClr val="0D0B2C"/>
                </a:solidFill>
                <a:effectLst/>
                <a:latin typeface="+mj-lt"/>
              </a:rPr>
              <a:t> </a:t>
            </a:r>
            <a:r>
              <a:rPr sz="1350" b="0" dirty="0" err="1">
                <a:solidFill>
                  <a:srgbClr val="0D0B2C"/>
                </a:solidFill>
                <a:effectLst/>
                <a:latin typeface="+mj-lt"/>
              </a:rPr>
              <a:t>en</a:t>
            </a:r>
            <a:r>
              <a:rPr sz="1350" b="0" dirty="0">
                <a:solidFill>
                  <a:srgbClr val="0D0B2C"/>
                </a:solidFill>
                <a:effectLst/>
                <a:latin typeface="+mj-lt"/>
              </a:rPr>
              <a:t> </a:t>
            </a:r>
            <a:r>
              <a:rPr sz="1350" b="0" dirty="0" err="1">
                <a:solidFill>
                  <a:srgbClr val="0D0B2C"/>
                </a:solidFill>
                <a:effectLst/>
                <a:latin typeface="+mj-lt"/>
              </a:rPr>
              <a:t>TechSolutions</a:t>
            </a:r>
            <a:r>
              <a:rPr sz="1350" b="0" dirty="0">
                <a:solidFill>
                  <a:srgbClr val="0D0B2C"/>
                </a:solidFill>
                <a:effectLst/>
                <a:latin typeface="+mj-lt"/>
              </a:rPr>
              <a:t> FOL, S.L.</a:t>
            </a:r>
            <a:r>
              <a:rPr dirty="0">
                <a:effectLst/>
                <a:latin typeface="+mj-lt"/>
              </a:rPr>
              <a:t> </a:t>
            </a:r>
            <a:endParaRPr lang="es-ES" dirty="0">
              <a:latin typeface="+mj-lt"/>
            </a:endParaRPr>
          </a:p>
        </p:txBody>
      </p:sp>
    </p:spTree>
    <p:extLst>
      <p:ext uri="{BB962C8B-B14F-4D97-AF65-F5344CB8AC3E}">
        <p14:creationId xmlns:p14="http://schemas.microsoft.com/office/powerpoint/2010/main" val="3243679688"/>
      </p:ext>
    </p:extLst>
  </p:cSld>
  <p:clrMapOvr>
    <a:masterClrMapping/>
  </p:clrMapOvr>
</p:sld>
</file>

<file path=ppt/theme/theme1.xml><?xml version="1.0" encoding="utf-8"?>
<a:theme xmlns:a="http://schemas.openxmlformats.org/drawingml/2006/main" name="Sobreimpresión de stock">
  <a:themeElements>
    <a:clrScheme name="Stock Overprint">
      <a:dk1>
        <a:srgbClr val="0D0B2C"/>
      </a:dk1>
      <a:lt1>
        <a:sysClr val="window" lastClr="FFFFFF"/>
      </a:lt1>
      <a:dk2>
        <a:srgbClr val="3F4E81"/>
      </a:dk2>
      <a:lt2>
        <a:srgbClr val="F5EFE5"/>
      </a:lt2>
      <a:accent1>
        <a:srgbClr val="F952A3"/>
      </a:accent1>
      <a:accent2>
        <a:srgbClr val="8192C1"/>
      </a:accent2>
      <a:accent3>
        <a:srgbClr val="3089A6"/>
      </a:accent3>
      <a:accent4>
        <a:srgbClr val="7D8A9B"/>
      </a:accent4>
      <a:accent5>
        <a:srgbClr val="12B3C4"/>
      </a:accent5>
      <a:accent6>
        <a:srgbClr val="89A498"/>
      </a:accent6>
      <a:hlink>
        <a:srgbClr val="F83593"/>
      </a:hlink>
      <a:folHlink>
        <a:srgbClr val="7D8A9B"/>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ock Overprint_win32_v3" id="{4A9C098B-1E86-4498-A8C4-F6BFC25B8182}" vid="{F21B9837-45AE-4147-997C-A63C560127DC}"/>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904</Words>
  <Application>Microsoft Office PowerPoint</Application>
  <PresentationFormat>Panorámica</PresentationFormat>
  <Paragraphs>99</Paragraphs>
  <Slides>8</Slides>
  <Notes>8</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8</vt:i4>
      </vt:variant>
    </vt:vector>
  </HeadingPairs>
  <TitlesOfParts>
    <vt:vector size="11" baseType="lpstr">
      <vt:lpstr>Aptos</vt:lpstr>
      <vt:lpstr>Arial</vt:lpstr>
      <vt:lpstr>Sobreimpresión de stock</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 Belen Martinez Ortega</dc:creator>
  <cp:lastModifiedBy>Ana Belen Martinez Ortega</cp:lastModifiedBy>
  <cp:revision>1</cp:revision>
  <dcterms:created xsi:type="dcterms:W3CDTF">2026-03-21T13:17:28Z</dcterms:created>
  <dcterms:modified xsi:type="dcterms:W3CDTF">2026-03-21T14:08:36Z</dcterms:modified>
</cp:coreProperties>
</file>